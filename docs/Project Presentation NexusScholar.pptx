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sldIdLst>
    <p:sldId id="256" r:id="rId5"/>
    <p:sldId id="265" r:id="rId6"/>
    <p:sldId id="263" r:id="rId7"/>
    <p:sldId id="282" r:id="rId8"/>
    <p:sldId id="287" r:id="rId9"/>
    <p:sldId id="291" r:id="rId10"/>
    <p:sldId id="290" r:id="rId11"/>
    <p:sldId id="286" r:id="rId12"/>
    <p:sldId id="288" r:id="rId13"/>
    <p:sldId id="289" r:id="rId14"/>
    <p:sldId id="292" r:id="rId15"/>
    <p:sldId id="293" r:id="rId16"/>
    <p:sldId id="320" r:id="rId17"/>
    <p:sldId id="258" r:id="rId18"/>
    <p:sldId id="294" r:id="rId19"/>
    <p:sldId id="259" r:id="rId20"/>
    <p:sldId id="266" r:id="rId21"/>
    <p:sldId id="311" r:id="rId22"/>
    <p:sldId id="312" r:id="rId23"/>
    <p:sldId id="313" r:id="rId24"/>
    <p:sldId id="315" r:id="rId25"/>
    <p:sldId id="309" r:id="rId26"/>
    <p:sldId id="310" r:id="rId27"/>
    <p:sldId id="314" r:id="rId28"/>
    <p:sldId id="316" r:id="rId29"/>
    <p:sldId id="283" r:id="rId30"/>
    <p:sldId id="296" r:id="rId31"/>
    <p:sldId id="301" r:id="rId32"/>
    <p:sldId id="300" r:id="rId33"/>
    <p:sldId id="299" r:id="rId34"/>
    <p:sldId id="277" r:id="rId35"/>
    <p:sldId id="278" r:id="rId36"/>
    <p:sldId id="317" r:id="rId37"/>
    <p:sldId id="318" r:id="rId38"/>
    <p:sldId id="319" r:id="rId39"/>
    <p:sldId id="280" r:id="rId40"/>
    <p:sldId id="295" r:id="rId41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333333"/>
    <a:srgbClr val="F79646"/>
    <a:srgbClr val="CE5444"/>
    <a:srgbClr val="0088CC"/>
    <a:srgbClr val="018BFF"/>
    <a:srgbClr val="003366"/>
    <a:srgbClr val="262335"/>
    <a:srgbClr val="35014F"/>
    <a:srgbClr val="F6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92386-F464-4D79-89D4-83A5BD9BF7DF}" v="3327" dt="2026-01-15T22:53:16.852"/>
    <p1510:client id="{940352C4-54CC-44CC-B89D-C61B6FC16CB6}" v="5613" dt="2026-01-16T07:29:46.372"/>
    <p1510:client id="{EF9173AF-E484-45D6-9D8F-CBDC7FF9F8AF}" v="3791" dt="2026-01-15T16:47:47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Giannini" userId="3b5890e9-265d-4cc1-b172-60dfb5c10888" providerId="ADAL" clId="{17B3A7D5-EFDD-4CC6-B24B-2AD320AF816A}"/>
    <pc:docChg chg="undo custSel addSld delSld modSld">
      <pc:chgData name="Luca Giannini" userId="3b5890e9-265d-4cc1-b172-60dfb5c10888" providerId="ADAL" clId="{17B3A7D5-EFDD-4CC6-B24B-2AD320AF816A}" dt="2026-01-16T07:29:46.381" v="7071" actId="20577"/>
      <pc:docMkLst>
        <pc:docMk/>
      </pc:docMkLst>
      <pc:sldChg chg="modNotesTx">
        <pc:chgData name="Luca Giannini" userId="3b5890e9-265d-4cc1-b172-60dfb5c10888" providerId="ADAL" clId="{17B3A7D5-EFDD-4CC6-B24B-2AD320AF816A}" dt="2026-01-16T05:41:31.642" v="6664" actId="20577"/>
        <pc:sldMkLst>
          <pc:docMk/>
          <pc:sldMk cId="773792551" sldId="259"/>
        </pc:sldMkLst>
      </pc:sldChg>
      <pc:sldChg chg="modSp del mod">
        <pc:chgData name="Luca Giannini" userId="3b5890e9-265d-4cc1-b172-60dfb5c10888" providerId="ADAL" clId="{17B3A7D5-EFDD-4CC6-B24B-2AD320AF816A}" dt="2026-01-15T14:05:28.900" v="3602" actId="47"/>
        <pc:sldMkLst>
          <pc:docMk/>
          <pc:sldMk cId="1043792511" sldId="268"/>
        </pc:sldMkLst>
        <pc:spChg chg="mod">
          <ac:chgData name="Luca Giannini" userId="3b5890e9-265d-4cc1-b172-60dfb5c10888" providerId="ADAL" clId="{17B3A7D5-EFDD-4CC6-B24B-2AD320AF816A}" dt="2026-01-15T11:05:49.829" v="1304" actId="20577"/>
          <ac:spMkLst>
            <pc:docMk/>
            <pc:sldMk cId="1043792511" sldId="268"/>
            <ac:spMk id="3" creationId="{6F695549-3C92-0996-CE32-82CDA2B1B142}"/>
          </ac:spMkLst>
        </pc:spChg>
      </pc:sldChg>
      <pc:sldChg chg="del">
        <pc:chgData name="Luca Giannini" userId="3b5890e9-265d-4cc1-b172-60dfb5c10888" providerId="ADAL" clId="{17B3A7D5-EFDD-4CC6-B24B-2AD320AF816A}" dt="2026-01-15T09:44:45.048" v="2" actId="47"/>
        <pc:sldMkLst>
          <pc:docMk/>
          <pc:sldMk cId="798067042" sldId="271"/>
        </pc:sldMkLst>
      </pc:sldChg>
      <pc:sldChg chg="addSp delSp modSp del mod setBg modShow">
        <pc:chgData name="Luca Giannini" userId="3b5890e9-265d-4cc1-b172-60dfb5c10888" providerId="ADAL" clId="{17B3A7D5-EFDD-4CC6-B24B-2AD320AF816A}" dt="2026-01-15T15:14:59.319" v="3897" actId="47"/>
        <pc:sldMkLst>
          <pc:docMk/>
          <pc:sldMk cId="2673168341" sldId="275"/>
        </pc:sldMkLst>
        <pc:spChg chg="mod">
          <ac:chgData name="Luca Giannini" userId="3b5890e9-265d-4cc1-b172-60dfb5c10888" providerId="ADAL" clId="{17B3A7D5-EFDD-4CC6-B24B-2AD320AF816A}" dt="2026-01-15T14:27:56.348" v="3676" actId="1076"/>
          <ac:spMkLst>
            <pc:docMk/>
            <pc:sldMk cId="2673168341" sldId="275"/>
            <ac:spMk id="2" creationId="{D42B07DE-25D9-F3C6-B627-29B05F04A55A}"/>
          </ac:spMkLst>
        </pc:spChg>
        <pc:spChg chg="mod">
          <ac:chgData name="Luca Giannini" userId="3b5890e9-265d-4cc1-b172-60dfb5c10888" providerId="ADAL" clId="{17B3A7D5-EFDD-4CC6-B24B-2AD320AF816A}" dt="2026-01-15T14:29:46.239" v="3696" actId="113"/>
          <ac:spMkLst>
            <pc:docMk/>
            <pc:sldMk cId="2673168341" sldId="275"/>
            <ac:spMk id="3" creationId="{7E56C738-FE1D-8529-B249-6B7A24251711}"/>
          </ac:spMkLst>
        </pc:spChg>
        <pc:picChg chg="add del mod">
          <ac:chgData name="Luca Giannini" userId="3b5890e9-265d-4cc1-b172-60dfb5c10888" providerId="ADAL" clId="{17B3A7D5-EFDD-4CC6-B24B-2AD320AF816A}" dt="2026-01-15T14:27:50.477" v="3673" actId="478"/>
          <ac:picMkLst>
            <pc:docMk/>
            <pc:sldMk cId="2673168341" sldId="275"/>
            <ac:picMk id="4" creationId="{BB38F6B6-3680-A542-6508-844678BAAA1E}"/>
          </ac:picMkLst>
        </pc:picChg>
        <pc:picChg chg="add mod">
          <ac:chgData name="Luca Giannini" userId="3b5890e9-265d-4cc1-b172-60dfb5c10888" providerId="ADAL" clId="{17B3A7D5-EFDD-4CC6-B24B-2AD320AF816A}" dt="2026-01-15T14:27:54.120" v="3675" actId="1076"/>
          <ac:picMkLst>
            <pc:docMk/>
            <pc:sldMk cId="2673168341" sldId="275"/>
            <ac:picMk id="5" creationId="{4B6EC5C1-8BCC-4721-D214-A412FF90E73E}"/>
          </ac:picMkLst>
        </pc:picChg>
      </pc:sldChg>
      <pc:sldChg chg="addSp delSp modSp del mod setBg modShow">
        <pc:chgData name="Luca Giannini" userId="3b5890e9-265d-4cc1-b172-60dfb5c10888" providerId="ADAL" clId="{17B3A7D5-EFDD-4CC6-B24B-2AD320AF816A}" dt="2026-01-15T15:15:01.255" v="3898" actId="47"/>
        <pc:sldMkLst>
          <pc:docMk/>
          <pc:sldMk cId="4269797962" sldId="276"/>
        </pc:sldMkLst>
        <pc:spChg chg="mod">
          <ac:chgData name="Luca Giannini" userId="3b5890e9-265d-4cc1-b172-60dfb5c10888" providerId="ADAL" clId="{17B3A7D5-EFDD-4CC6-B24B-2AD320AF816A}" dt="2026-01-15T14:09:07.306" v="3624" actId="207"/>
          <ac:spMkLst>
            <pc:docMk/>
            <pc:sldMk cId="4269797962" sldId="276"/>
            <ac:spMk id="2" creationId="{6F0F7CF3-C373-6CD2-DF09-99E2485CEB11}"/>
          </ac:spMkLst>
        </pc:spChg>
        <pc:spChg chg="mod">
          <ac:chgData name="Luca Giannini" userId="3b5890e9-265d-4cc1-b172-60dfb5c10888" providerId="ADAL" clId="{17B3A7D5-EFDD-4CC6-B24B-2AD320AF816A}" dt="2026-01-15T14:09:42.537" v="3633" actId="207"/>
          <ac:spMkLst>
            <pc:docMk/>
            <pc:sldMk cId="4269797962" sldId="276"/>
            <ac:spMk id="3" creationId="{8A063D84-9C27-83CC-3427-34D6EBCE9D08}"/>
          </ac:spMkLst>
        </pc:spChg>
        <pc:graphicFrameChg chg="add del mod modGraphic">
          <ac:chgData name="Luca Giannini" userId="3b5890e9-265d-4cc1-b172-60dfb5c10888" providerId="ADAL" clId="{17B3A7D5-EFDD-4CC6-B24B-2AD320AF816A}" dt="2026-01-15T14:28:52.495" v="3685" actId="113"/>
          <ac:graphicFrameMkLst>
            <pc:docMk/>
            <pc:sldMk cId="4269797962" sldId="276"/>
            <ac:graphicFrameMk id="6" creationId="{54F73C77-B8A3-286D-EC1E-90041576DDDA}"/>
          </ac:graphicFrameMkLst>
        </pc:graphicFrameChg>
        <pc:graphicFrameChg chg="add del mod modGraphic">
          <ac:chgData name="Luca Giannini" userId="3b5890e9-265d-4cc1-b172-60dfb5c10888" providerId="ADAL" clId="{17B3A7D5-EFDD-4CC6-B24B-2AD320AF816A}" dt="2026-01-15T10:58:12.219" v="1280" actId="478"/>
          <ac:graphicFrameMkLst>
            <pc:docMk/>
            <pc:sldMk cId="4269797962" sldId="276"/>
            <ac:graphicFrameMk id="7" creationId="{499AF6B5-7C9E-2086-18D1-2812FE80837E}"/>
          </ac:graphicFrameMkLst>
        </pc:graphicFrameChg>
        <pc:picChg chg="add del mod">
          <ac:chgData name="Luca Giannini" userId="3b5890e9-265d-4cc1-b172-60dfb5c10888" providerId="ADAL" clId="{17B3A7D5-EFDD-4CC6-B24B-2AD320AF816A}" dt="2026-01-15T10:47:06.386" v="1172" actId="478"/>
          <ac:picMkLst>
            <pc:docMk/>
            <pc:sldMk cId="4269797962" sldId="276"/>
            <ac:picMk id="5" creationId="{F1291ED3-A823-B56E-BE30-DA9878862BDD}"/>
          </ac:picMkLst>
        </pc:picChg>
        <pc:picChg chg="add del mod">
          <ac:chgData name="Luca Giannini" userId="3b5890e9-265d-4cc1-b172-60dfb5c10888" providerId="ADAL" clId="{17B3A7D5-EFDD-4CC6-B24B-2AD320AF816A}" dt="2026-01-15T14:28:01.582" v="3677" actId="478"/>
          <ac:picMkLst>
            <pc:docMk/>
            <pc:sldMk cId="4269797962" sldId="276"/>
            <ac:picMk id="8" creationId="{5476CE11-7F18-6A30-5416-34A7B7F44C08}"/>
          </ac:picMkLst>
        </pc:picChg>
        <pc:picChg chg="add mod">
          <ac:chgData name="Luca Giannini" userId="3b5890e9-265d-4cc1-b172-60dfb5c10888" providerId="ADAL" clId="{17B3A7D5-EFDD-4CC6-B24B-2AD320AF816A}" dt="2026-01-15T14:28:02.114" v="3678"/>
          <ac:picMkLst>
            <pc:docMk/>
            <pc:sldMk cId="4269797962" sldId="276"/>
            <ac:picMk id="9" creationId="{DAB2D1B7-3E78-8372-3831-1911BB2AD73A}"/>
          </ac:picMkLst>
        </pc:picChg>
      </pc:sldChg>
      <pc:sldChg chg="addSp delSp modSp del mod setBg modShow">
        <pc:chgData name="Luca Giannini" userId="3b5890e9-265d-4cc1-b172-60dfb5c10888" providerId="ADAL" clId="{17B3A7D5-EFDD-4CC6-B24B-2AD320AF816A}" dt="2026-01-15T15:15:04.163" v="3900" actId="47"/>
        <pc:sldMkLst>
          <pc:docMk/>
          <pc:sldMk cId="236654454" sldId="279"/>
        </pc:sldMkLst>
        <pc:spChg chg="mod">
          <ac:chgData name="Luca Giannini" userId="3b5890e9-265d-4cc1-b172-60dfb5c10888" providerId="ADAL" clId="{17B3A7D5-EFDD-4CC6-B24B-2AD320AF816A}" dt="2026-01-15T14:12:50.671" v="3636" actId="207"/>
          <ac:spMkLst>
            <pc:docMk/>
            <pc:sldMk cId="236654454" sldId="279"/>
            <ac:spMk id="2" creationId="{BB289B94-C15E-C92A-C508-2FC25C3C9767}"/>
          </ac:spMkLst>
        </pc:spChg>
        <pc:spChg chg="mod">
          <ac:chgData name="Luca Giannini" userId="3b5890e9-265d-4cc1-b172-60dfb5c10888" providerId="ADAL" clId="{17B3A7D5-EFDD-4CC6-B24B-2AD320AF816A}" dt="2026-01-15T14:12:56.338" v="3638" actId="207"/>
          <ac:spMkLst>
            <pc:docMk/>
            <pc:sldMk cId="236654454" sldId="279"/>
            <ac:spMk id="3" creationId="{25C55F6B-DA13-815B-BB76-5F20B0C8BBC3}"/>
          </ac:spMkLst>
        </pc:spChg>
        <pc:picChg chg="add del mod">
          <ac:chgData name="Luca Giannini" userId="3b5890e9-265d-4cc1-b172-60dfb5c10888" providerId="ADAL" clId="{17B3A7D5-EFDD-4CC6-B24B-2AD320AF816A}" dt="2026-01-15T14:28:15.728" v="3681" actId="478"/>
          <ac:picMkLst>
            <pc:docMk/>
            <pc:sldMk cId="236654454" sldId="279"/>
            <ac:picMk id="4" creationId="{0EBD1EDE-DF03-09B2-18FC-55C55DFFC4AA}"/>
          </ac:picMkLst>
        </pc:picChg>
        <pc:picChg chg="add mod">
          <ac:chgData name="Luca Giannini" userId="3b5890e9-265d-4cc1-b172-60dfb5c10888" providerId="ADAL" clId="{17B3A7D5-EFDD-4CC6-B24B-2AD320AF816A}" dt="2026-01-15T14:28:21.694" v="3684" actId="1076"/>
          <ac:picMkLst>
            <pc:docMk/>
            <pc:sldMk cId="236654454" sldId="279"/>
            <ac:picMk id="5" creationId="{3E568866-A778-6F5D-AC25-6DBAE267AB01}"/>
          </ac:picMkLst>
        </pc:picChg>
      </pc:sldChg>
      <pc:sldChg chg="modSp mod">
        <pc:chgData name="Luca Giannini" userId="3b5890e9-265d-4cc1-b172-60dfb5c10888" providerId="ADAL" clId="{17B3A7D5-EFDD-4CC6-B24B-2AD320AF816A}" dt="2026-01-15T18:07:12.875" v="5603" actId="20577"/>
        <pc:sldMkLst>
          <pc:docMk/>
          <pc:sldMk cId="435130735" sldId="280"/>
        </pc:sldMkLst>
        <pc:spChg chg="mod">
          <ac:chgData name="Luca Giannini" userId="3b5890e9-265d-4cc1-b172-60dfb5c10888" providerId="ADAL" clId="{17B3A7D5-EFDD-4CC6-B24B-2AD320AF816A}" dt="2026-01-15T18:07:12.875" v="5603" actId="20577"/>
          <ac:spMkLst>
            <pc:docMk/>
            <pc:sldMk cId="435130735" sldId="280"/>
            <ac:spMk id="4" creationId="{0E4FC075-5408-9EDD-71C1-CD7109A9F4C7}"/>
          </ac:spMkLst>
        </pc:spChg>
      </pc:sldChg>
      <pc:sldChg chg="del">
        <pc:chgData name="Luca Giannini" userId="3b5890e9-265d-4cc1-b172-60dfb5c10888" providerId="ADAL" clId="{17B3A7D5-EFDD-4CC6-B24B-2AD320AF816A}" dt="2026-01-15T09:43:08.450" v="0" actId="47"/>
        <pc:sldMkLst>
          <pc:docMk/>
          <pc:sldMk cId="3627092107" sldId="281"/>
        </pc:sldMkLst>
      </pc:sldChg>
      <pc:sldChg chg="modSp mod">
        <pc:chgData name="Luca Giannini" userId="3b5890e9-265d-4cc1-b172-60dfb5c10888" providerId="ADAL" clId="{17B3A7D5-EFDD-4CC6-B24B-2AD320AF816A}" dt="2026-01-15T17:16:07.044" v="5559" actId="20577"/>
        <pc:sldMkLst>
          <pc:docMk/>
          <pc:sldMk cId="1315377937" sldId="282"/>
        </pc:sldMkLst>
        <pc:spChg chg="mod">
          <ac:chgData name="Luca Giannini" userId="3b5890e9-265d-4cc1-b172-60dfb5c10888" providerId="ADAL" clId="{17B3A7D5-EFDD-4CC6-B24B-2AD320AF816A}" dt="2026-01-15T17:16:07.044" v="5559" actId="20577"/>
          <ac:spMkLst>
            <pc:docMk/>
            <pc:sldMk cId="1315377937" sldId="282"/>
            <ac:spMk id="2" creationId="{EDBE3F3B-822F-EF55-6057-10758470728A}"/>
          </ac:spMkLst>
        </pc:spChg>
      </pc:sldChg>
      <pc:sldChg chg="del">
        <pc:chgData name="Luca Giannini" userId="3b5890e9-265d-4cc1-b172-60dfb5c10888" providerId="ADAL" clId="{17B3A7D5-EFDD-4CC6-B24B-2AD320AF816A}" dt="2026-01-15T09:43:17.736" v="1" actId="47"/>
        <pc:sldMkLst>
          <pc:docMk/>
          <pc:sldMk cId="1788004309" sldId="284"/>
        </pc:sldMkLst>
      </pc:sldChg>
      <pc:sldChg chg="modSp">
        <pc:chgData name="Luca Giannini" userId="3b5890e9-265d-4cc1-b172-60dfb5c10888" providerId="ADAL" clId="{17B3A7D5-EFDD-4CC6-B24B-2AD320AF816A}" dt="2026-01-15T17:16:30.806" v="5563"/>
        <pc:sldMkLst>
          <pc:docMk/>
          <pc:sldMk cId="2671215626" sldId="286"/>
        </pc:sldMkLst>
        <pc:spChg chg="mod">
          <ac:chgData name="Luca Giannini" userId="3b5890e9-265d-4cc1-b172-60dfb5c10888" providerId="ADAL" clId="{17B3A7D5-EFDD-4CC6-B24B-2AD320AF816A}" dt="2026-01-15T17:16:30.806" v="5563"/>
          <ac:spMkLst>
            <pc:docMk/>
            <pc:sldMk cId="2671215626" sldId="286"/>
            <ac:spMk id="2" creationId="{FFBCE50C-324E-2660-E7AD-266E51D33E73}"/>
          </ac:spMkLst>
        </pc:spChg>
      </pc:sldChg>
      <pc:sldChg chg="modSp">
        <pc:chgData name="Luca Giannini" userId="3b5890e9-265d-4cc1-b172-60dfb5c10888" providerId="ADAL" clId="{17B3A7D5-EFDD-4CC6-B24B-2AD320AF816A}" dt="2026-01-15T17:16:15.182" v="5560"/>
        <pc:sldMkLst>
          <pc:docMk/>
          <pc:sldMk cId="183916347" sldId="287"/>
        </pc:sldMkLst>
        <pc:spChg chg="mod">
          <ac:chgData name="Luca Giannini" userId="3b5890e9-265d-4cc1-b172-60dfb5c10888" providerId="ADAL" clId="{17B3A7D5-EFDD-4CC6-B24B-2AD320AF816A}" dt="2026-01-15T17:16:15.182" v="5560"/>
          <ac:spMkLst>
            <pc:docMk/>
            <pc:sldMk cId="183916347" sldId="287"/>
            <ac:spMk id="2" creationId="{B392A1DD-1FA2-DE5D-B2B8-8EFB3A85239B}"/>
          </ac:spMkLst>
        </pc:spChg>
      </pc:sldChg>
      <pc:sldChg chg="modSp">
        <pc:chgData name="Luca Giannini" userId="3b5890e9-265d-4cc1-b172-60dfb5c10888" providerId="ADAL" clId="{17B3A7D5-EFDD-4CC6-B24B-2AD320AF816A}" dt="2026-01-15T17:16:34.697" v="5564"/>
        <pc:sldMkLst>
          <pc:docMk/>
          <pc:sldMk cId="699299103" sldId="288"/>
        </pc:sldMkLst>
        <pc:spChg chg="mod">
          <ac:chgData name="Luca Giannini" userId="3b5890e9-265d-4cc1-b172-60dfb5c10888" providerId="ADAL" clId="{17B3A7D5-EFDD-4CC6-B24B-2AD320AF816A}" dt="2026-01-15T17:16:34.697" v="5564"/>
          <ac:spMkLst>
            <pc:docMk/>
            <pc:sldMk cId="699299103" sldId="288"/>
            <ac:spMk id="2" creationId="{26BB7BDF-FFEE-CAC8-7C6B-CBE457937B77}"/>
          </ac:spMkLst>
        </pc:spChg>
      </pc:sldChg>
      <pc:sldChg chg="modSp">
        <pc:chgData name="Luca Giannini" userId="3b5890e9-265d-4cc1-b172-60dfb5c10888" providerId="ADAL" clId="{17B3A7D5-EFDD-4CC6-B24B-2AD320AF816A}" dt="2026-01-15T17:16:38.660" v="5565"/>
        <pc:sldMkLst>
          <pc:docMk/>
          <pc:sldMk cId="511549179" sldId="289"/>
        </pc:sldMkLst>
        <pc:spChg chg="mod">
          <ac:chgData name="Luca Giannini" userId="3b5890e9-265d-4cc1-b172-60dfb5c10888" providerId="ADAL" clId="{17B3A7D5-EFDD-4CC6-B24B-2AD320AF816A}" dt="2026-01-15T17:16:38.660" v="5565"/>
          <ac:spMkLst>
            <pc:docMk/>
            <pc:sldMk cId="511549179" sldId="289"/>
            <ac:spMk id="2" creationId="{C119D08A-FE5E-A5B0-26CE-A1B8106D0E4C}"/>
          </ac:spMkLst>
        </pc:spChg>
      </pc:sldChg>
      <pc:sldChg chg="modSp">
        <pc:chgData name="Luca Giannini" userId="3b5890e9-265d-4cc1-b172-60dfb5c10888" providerId="ADAL" clId="{17B3A7D5-EFDD-4CC6-B24B-2AD320AF816A}" dt="2026-01-15T17:16:26.959" v="5562"/>
        <pc:sldMkLst>
          <pc:docMk/>
          <pc:sldMk cId="2615575983" sldId="290"/>
        </pc:sldMkLst>
        <pc:spChg chg="mod">
          <ac:chgData name="Luca Giannini" userId="3b5890e9-265d-4cc1-b172-60dfb5c10888" providerId="ADAL" clId="{17B3A7D5-EFDD-4CC6-B24B-2AD320AF816A}" dt="2026-01-15T17:16:26.959" v="5562"/>
          <ac:spMkLst>
            <pc:docMk/>
            <pc:sldMk cId="2615575983" sldId="290"/>
            <ac:spMk id="2" creationId="{95EF0FDA-85C6-245F-7896-598A445AAEF3}"/>
          </ac:spMkLst>
        </pc:spChg>
      </pc:sldChg>
      <pc:sldChg chg="modSp">
        <pc:chgData name="Luca Giannini" userId="3b5890e9-265d-4cc1-b172-60dfb5c10888" providerId="ADAL" clId="{17B3A7D5-EFDD-4CC6-B24B-2AD320AF816A}" dt="2026-01-15T17:16:22.142" v="5561"/>
        <pc:sldMkLst>
          <pc:docMk/>
          <pc:sldMk cId="1626907577" sldId="291"/>
        </pc:sldMkLst>
        <pc:spChg chg="mod">
          <ac:chgData name="Luca Giannini" userId="3b5890e9-265d-4cc1-b172-60dfb5c10888" providerId="ADAL" clId="{17B3A7D5-EFDD-4CC6-B24B-2AD320AF816A}" dt="2026-01-15T17:16:22.142" v="5561"/>
          <ac:spMkLst>
            <pc:docMk/>
            <pc:sldMk cId="1626907577" sldId="291"/>
            <ac:spMk id="2" creationId="{B6F8E90D-9868-31B6-3BB0-282DE88BDCCB}"/>
          </ac:spMkLst>
        </pc:spChg>
      </pc:sldChg>
      <pc:sldChg chg="modSp">
        <pc:chgData name="Luca Giannini" userId="3b5890e9-265d-4cc1-b172-60dfb5c10888" providerId="ADAL" clId="{17B3A7D5-EFDD-4CC6-B24B-2AD320AF816A}" dt="2026-01-15T17:16:42.225" v="5566"/>
        <pc:sldMkLst>
          <pc:docMk/>
          <pc:sldMk cId="3222595855" sldId="292"/>
        </pc:sldMkLst>
        <pc:spChg chg="mod">
          <ac:chgData name="Luca Giannini" userId="3b5890e9-265d-4cc1-b172-60dfb5c10888" providerId="ADAL" clId="{17B3A7D5-EFDD-4CC6-B24B-2AD320AF816A}" dt="2026-01-15T17:16:42.225" v="5566"/>
          <ac:spMkLst>
            <pc:docMk/>
            <pc:sldMk cId="3222595855" sldId="292"/>
            <ac:spMk id="2" creationId="{0181B83F-2CD6-0B94-0834-65E95121D1AC}"/>
          </ac:spMkLst>
        </pc:spChg>
      </pc:sldChg>
      <pc:sldChg chg="modSp">
        <pc:chgData name="Luca Giannini" userId="3b5890e9-265d-4cc1-b172-60dfb5c10888" providerId="ADAL" clId="{17B3A7D5-EFDD-4CC6-B24B-2AD320AF816A}" dt="2026-01-15T17:16:45.946" v="5567"/>
        <pc:sldMkLst>
          <pc:docMk/>
          <pc:sldMk cId="1644928772" sldId="293"/>
        </pc:sldMkLst>
        <pc:spChg chg="mod">
          <ac:chgData name="Luca Giannini" userId="3b5890e9-265d-4cc1-b172-60dfb5c10888" providerId="ADAL" clId="{17B3A7D5-EFDD-4CC6-B24B-2AD320AF816A}" dt="2026-01-15T17:16:45.946" v="5567"/>
          <ac:spMkLst>
            <pc:docMk/>
            <pc:sldMk cId="1644928772" sldId="293"/>
            <ac:spMk id="2" creationId="{2CBF0263-8A0C-59BC-B8DC-A008C04CB4B9}"/>
          </ac:spMkLst>
        </pc:spChg>
      </pc:sldChg>
      <pc:sldChg chg="addSp delSp modSp add del mod setBg modShow">
        <pc:chgData name="Luca Giannini" userId="3b5890e9-265d-4cc1-b172-60dfb5c10888" providerId="ADAL" clId="{17B3A7D5-EFDD-4CC6-B24B-2AD320AF816A}" dt="2026-01-15T15:15:02.740" v="3899" actId="47"/>
        <pc:sldMkLst>
          <pc:docMk/>
          <pc:sldMk cId="449523373" sldId="297"/>
        </pc:sldMkLst>
        <pc:spChg chg="mod">
          <ac:chgData name="Luca Giannini" userId="3b5890e9-265d-4cc1-b172-60dfb5c10888" providerId="ADAL" clId="{17B3A7D5-EFDD-4CC6-B24B-2AD320AF816A}" dt="2026-01-15T14:07:23.189" v="3608" actId="207"/>
          <ac:spMkLst>
            <pc:docMk/>
            <pc:sldMk cId="449523373" sldId="297"/>
            <ac:spMk id="2" creationId="{05A3A0DC-67AC-436B-537E-A8F192DC6B8F}"/>
          </ac:spMkLst>
        </pc:spChg>
        <pc:spChg chg="mod">
          <ac:chgData name="Luca Giannini" userId="3b5890e9-265d-4cc1-b172-60dfb5c10888" providerId="ADAL" clId="{17B3A7D5-EFDD-4CC6-B24B-2AD320AF816A}" dt="2026-01-15T14:07:59.091" v="3618" actId="113"/>
          <ac:spMkLst>
            <pc:docMk/>
            <pc:sldMk cId="449523373" sldId="297"/>
            <ac:spMk id="3" creationId="{58A57409-E252-8540-6D13-FC79600567F9}"/>
          </ac:spMkLst>
        </pc:spChg>
        <pc:graphicFrameChg chg="mod modGraphic">
          <ac:chgData name="Luca Giannini" userId="3b5890e9-265d-4cc1-b172-60dfb5c10888" providerId="ADAL" clId="{17B3A7D5-EFDD-4CC6-B24B-2AD320AF816A}" dt="2026-01-15T14:29:03.520" v="3688" actId="113"/>
          <ac:graphicFrameMkLst>
            <pc:docMk/>
            <pc:sldMk cId="449523373" sldId="297"/>
            <ac:graphicFrameMk id="6" creationId="{64F939D2-26A9-CE9D-080F-746C7C1C2316}"/>
          </ac:graphicFrameMkLst>
        </pc:graphicFrameChg>
        <pc:graphicFrameChg chg="mod modGraphic">
          <ac:chgData name="Luca Giannini" userId="3b5890e9-265d-4cc1-b172-60dfb5c10888" providerId="ADAL" clId="{17B3A7D5-EFDD-4CC6-B24B-2AD320AF816A}" dt="2026-01-15T14:29:17.455" v="3689" actId="113"/>
          <ac:graphicFrameMkLst>
            <pc:docMk/>
            <pc:sldMk cId="449523373" sldId="297"/>
            <ac:graphicFrameMk id="7" creationId="{CD6CFD6A-CBAD-BC2B-6456-ED6902558C9D}"/>
          </ac:graphicFrameMkLst>
        </pc:graphicFrameChg>
        <pc:picChg chg="add del mod">
          <ac:chgData name="Luca Giannini" userId="3b5890e9-265d-4cc1-b172-60dfb5c10888" providerId="ADAL" clId="{17B3A7D5-EFDD-4CC6-B24B-2AD320AF816A}" dt="2026-01-15T14:28:10.046" v="3679" actId="478"/>
          <ac:picMkLst>
            <pc:docMk/>
            <pc:sldMk cId="449523373" sldId="297"/>
            <ac:picMk id="4" creationId="{AD7AC227-7157-A8D5-E85C-EEAA180F6A4E}"/>
          </ac:picMkLst>
        </pc:picChg>
        <pc:picChg chg="add mod">
          <ac:chgData name="Luca Giannini" userId="3b5890e9-265d-4cc1-b172-60dfb5c10888" providerId="ADAL" clId="{17B3A7D5-EFDD-4CC6-B24B-2AD320AF816A}" dt="2026-01-15T14:28:10.437" v="3680"/>
          <ac:picMkLst>
            <pc:docMk/>
            <pc:sldMk cId="449523373" sldId="297"/>
            <ac:picMk id="5" creationId="{7DBBD121-42BF-ABF7-520C-E260143B8861}"/>
          </ac:picMkLst>
        </pc:picChg>
      </pc:sldChg>
      <pc:sldChg chg="addSp delSp modSp add del mod">
        <pc:chgData name="Luca Giannini" userId="3b5890e9-265d-4cc1-b172-60dfb5c10888" providerId="ADAL" clId="{17B3A7D5-EFDD-4CC6-B24B-2AD320AF816A}" dt="2026-01-15T12:40:54.770" v="1685" actId="47"/>
        <pc:sldMkLst>
          <pc:docMk/>
          <pc:sldMk cId="1667864243" sldId="298"/>
        </pc:sldMkLst>
        <pc:spChg chg="mod">
          <ac:chgData name="Luca Giannini" userId="3b5890e9-265d-4cc1-b172-60dfb5c10888" providerId="ADAL" clId="{17B3A7D5-EFDD-4CC6-B24B-2AD320AF816A}" dt="2026-01-15T12:22:13.884" v="1667" actId="1076"/>
          <ac:spMkLst>
            <pc:docMk/>
            <pc:sldMk cId="1667864243" sldId="298"/>
            <ac:spMk id="2" creationId="{DC1DB3FD-9E33-47F3-1D0C-2332EF6754D4}"/>
          </ac:spMkLst>
        </pc:spChg>
        <pc:spChg chg="del mod">
          <ac:chgData name="Luca Giannini" userId="3b5890e9-265d-4cc1-b172-60dfb5c10888" providerId="ADAL" clId="{17B3A7D5-EFDD-4CC6-B24B-2AD320AF816A}" dt="2026-01-15T11:22:18.233" v="1427"/>
          <ac:spMkLst>
            <pc:docMk/>
            <pc:sldMk cId="1667864243" sldId="298"/>
            <ac:spMk id="3" creationId="{51B519F1-B3F0-419A-393D-919A71D119BE}"/>
          </ac:spMkLst>
        </pc:spChg>
        <pc:spChg chg="del">
          <ac:chgData name="Luca Giannini" userId="3b5890e9-265d-4cc1-b172-60dfb5c10888" providerId="ADAL" clId="{17B3A7D5-EFDD-4CC6-B24B-2AD320AF816A}" dt="2026-01-15T11:05:57.333" v="1306" actId="478"/>
          <ac:spMkLst>
            <pc:docMk/>
            <pc:sldMk cId="1667864243" sldId="298"/>
            <ac:spMk id="4" creationId="{2C2712EE-F31B-CC45-88C0-8AC7AC789E35}"/>
          </ac:spMkLst>
        </pc:spChg>
        <pc:graphicFrameChg chg="add mod modGraphic">
          <ac:chgData name="Luca Giannini" userId="3b5890e9-265d-4cc1-b172-60dfb5c10888" providerId="ADAL" clId="{17B3A7D5-EFDD-4CC6-B24B-2AD320AF816A}" dt="2026-01-15T12:22:01.874" v="1666"/>
          <ac:graphicFrameMkLst>
            <pc:docMk/>
            <pc:sldMk cId="1667864243" sldId="298"/>
            <ac:graphicFrameMk id="5" creationId="{CB2D2692-6BE8-DCD4-BB8B-B09F76616561}"/>
          </ac:graphicFrameMkLst>
        </pc:graphicFrameChg>
        <pc:picChg chg="add del mod">
          <ac:chgData name="Luca Giannini" userId="3b5890e9-265d-4cc1-b172-60dfb5c10888" providerId="ADAL" clId="{17B3A7D5-EFDD-4CC6-B24B-2AD320AF816A}" dt="2026-01-15T12:14:38.374" v="1608" actId="478"/>
          <ac:picMkLst>
            <pc:docMk/>
            <pc:sldMk cId="1667864243" sldId="298"/>
            <ac:picMk id="7" creationId="{6F113E08-6477-1BDF-7904-150A74069E40}"/>
          </ac:picMkLst>
        </pc:picChg>
      </pc:sldChg>
      <pc:sldChg chg="addSp delSp modSp add del mod">
        <pc:chgData name="Luca Giannini" userId="3b5890e9-265d-4cc1-b172-60dfb5c10888" providerId="ADAL" clId="{17B3A7D5-EFDD-4CC6-B24B-2AD320AF816A}" dt="2026-01-15T12:35:23.030" v="1679" actId="47"/>
        <pc:sldMkLst>
          <pc:docMk/>
          <pc:sldMk cId="1743908793" sldId="302"/>
        </pc:sldMkLst>
        <pc:picChg chg="add del mod">
          <ac:chgData name="Luca Giannini" userId="3b5890e9-265d-4cc1-b172-60dfb5c10888" providerId="ADAL" clId="{17B3A7D5-EFDD-4CC6-B24B-2AD320AF816A}" dt="2026-01-15T12:35:18.904" v="1678" actId="478"/>
          <ac:picMkLst>
            <pc:docMk/>
            <pc:sldMk cId="1743908793" sldId="302"/>
            <ac:picMk id="4" creationId="{59F99377-57F3-F15D-20D9-A01336AFBBE9}"/>
          </ac:picMkLst>
        </pc:picChg>
      </pc:sldChg>
      <pc:sldChg chg="addSp delSp modSp add del mod setBg modShow">
        <pc:chgData name="Luca Giannini" userId="3b5890e9-265d-4cc1-b172-60dfb5c10888" providerId="ADAL" clId="{17B3A7D5-EFDD-4CC6-B24B-2AD320AF816A}" dt="2026-01-15T15:14:49.746" v="3893" actId="47"/>
        <pc:sldMkLst>
          <pc:docMk/>
          <pc:sldMk cId="2698488276" sldId="302"/>
        </pc:sldMkLst>
        <pc:spChg chg="mod">
          <ac:chgData name="Luca Giannini" userId="3b5890e9-265d-4cc1-b172-60dfb5c10888" providerId="ADAL" clId="{17B3A7D5-EFDD-4CC6-B24B-2AD320AF816A}" dt="2026-01-15T14:08:31.220" v="3619" actId="207"/>
          <ac:spMkLst>
            <pc:docMk/>
            <pc:sldMk cId="2698488276" sldId="302"/>
            <ac:spMk id="2" creationId="{C5156DCE-E1F2-5F91-0D55-E5FF94B321C0}"/>
          </ac:spMkLst>
        </pc:spChg>
        <pc:spChg chg="add del">
          <ac:chgData name="Luca Giannini" userId="3b5890e9-265d-4cc1-b172-60dfb5c10888" providerId="ADAL" clId="{17B3A7D5-EFDD-4CC6-B24B-2AD320AF816A}" dt="2026-01-15T14:23:48.435" v="3640" actId="22"/>
          <ac:spMkLst>
            <pc:docMk/>
            <pc:sldMk cId="2698488276" sldId="302"/>
            <ac:spMk id="8" creationId="{E301B777-11E8-B0C0-7132-1C5B0465E4C2}"/>
          </ac:spMkLst>
        </pc:spChg>
        <pc:spChg chg="add del">
          <ac:chgData name="Luca Giannini" userId="3b5890e9-265d-4cc1-b172-60dfb5c10888" providerId="ADAL" clId="{17B3A7D5-EFDD-4CC6-B24B-2AD320AF816A}" dt="2026-01-15T14:24:10.611" v="3642" actId="22"/>
          <ac:spMkLst>
            <pc:docMk/>
            <pc:sldMk cId="2698488276" sldId="302"/>
            <ac:spMk id="10" creationId="{E0EE54FB-F689-0C93-B068-E05E5876F1FA}"/>
          </ac:spMkLst>
        </pc:spChg>
        <pc:graphicFrameChg chg="add del modGraphic">
          <ac:chgData name="Luca Giannini" userId="3b5890e9-265d-4cc1-b172-60dfb5c10888" providerId="ADAL" clId="{17B3A7D5-EFDD-4CC6-B24B-2AD320AF816A}" dt="2026-01-15T13:58:23.410" v="3477" actId="478"/>
          <ac:graphicFrameMkLst>
            <pc:docMk/>
            <pc:sldMk cId="2698488276" sldId="302"/>
            <ac:graphicFrameMk id="3" creationId="{7996EF09-F91A-5DA1-9C07-4E32C059A762}"/>
          </ac:graphicFrameMkLst>
        </pc:graphicFrameChg>
        <pc:graphicFrameChg chg="add del mod modGraphic">
          <ac:chgData name="Luca Giannini" userId="3b5890e9-265d-4cc1-b172-60dfb5c10888" providerId="ADAL" clId="{17B3A7D5-EFDD-4CC6-B24B-2AD320AF816A}" dt="2026-01-15T13:59:55.969" v="3490" actId="478"/>
          <ac:graphicFrameMkLst>
            <pc:docMk/>
            <pc:sldMk cId="2698488276" sldId="302"/>
            <ac:graphicFrameMk id="4" creationId="{B7BD29BA-71CB-FB22-D0DA-05962D033FE7}"/>
          </ac:graphicFrameMkLst>
        </pc:graphicFrameChg>
        <pc:graphicFrameChg chg="mod modGraphic">
          <ac:chgData name="Luca Giannini" userId="3b5890e9-265d-4cc1-b172-60dfb5c10888" providerId="ADAL" clId="{17B3A7D5-EFDD-4CC6-B24B-2AD320AF816A}" dt="2026-01-15T14:05:48.019" v="3604" actId="113"/>
          <ac:graphicFrameMkLst>
            <pc:docMk/>
            <pc:sldMk cId="2698488276" sldId="302"/>
            <ac:graphicFrameMk id="5" creationId="{E8AA5272-BD9E-21BF-A24D-03DA967DE3BD}"/>
          </ac:graphicFrameMkLst>
        </pc:graphicFrameChg>
        <pc:graphicFrameChg chg="add del mod">
          <ac:chgData name="Luca Giannini" userId="3b5890e9-265d-4cc1-b172-60dfb5c10888" providerId="ADAL" clId="{17B3A7D5-EFDD-4CC6-B24B-2AD320AF816A}" dt="2026-01-15T13:59:59.762" v="3491" actId="478"/>
          <ac:graphicFrameMkLst>
            <pc:docMk/>
            <pc:sldMk cId="2698488276" sldId="302"/>
            <ac:graphicFrameMk id="6" creationId="{12734BAE-80AE-6E9B-AAA8-ACAE49472630}"/>
          </ac:graphicFrameMkLst>
        </pc:graphicFrameChg>
        <pc:picChg chg="add mod">
          <ac:chgData name="Luca Giannini" userId="3b5890e9-265d-4cc1-b172-60dfb5c10888" providerId="ADAL" clId="{17B3A7D5-EFDD-4CC6-B24B-2AD320AF816A}" dt="2026-01-15T14:27:27.014" v="3665" actId="14100"/>
          <ac:picMkLst>
            <pc:docMk/>
            <pc:sldMk cId="2698488276" sldId="302"/>
            <ac:picMk id="12" creationId="{2B60D578-D159-9E0C-44B8-FE034195E503}"/>
          </ac:picMkLst>
        </pc:picChg>
      </pc:sldChg>
      <pc:sldChg chg="add del">
        <pc:chgData name="Luca Giannini" userId="3b5890e9-265d-4cc1-b172-60dfb5c10888" providerId="ADAL" clId="{17B3A7D5-EFDD-4CC6-B24B-2AD320AF816A}" dt="2026-01-15T12:25:38.185" v="1669" actId="47"/>
        <pc:sldMkLst>
          <pc:docMk/>
          <pc:sldMk cId="3956480876" sldId="302"/>
        </pc:sldMkLst>
      </pc:sldChg>
      <pc:sldChg chg="add del setBg">
        <pc:chgData name="Luca Giannini" userId="3b5890e9-265d-4cc1-b172-60dfb5c10888" providerId="ADAL" clId="{17B3A7D5-EFDD-4CC6-B24B-2AD320AF816A}" dt="2026-01-15T12:43:48.864" v="1701" actId="47"/>
        <pc:sldMkLst>
          <pc:docMk/>
          <pc:sldMk cId="287364063" sldId="303"/>
        </pc:sldMkLst>
      </pc:sldChg>
      <pc:sldChg chg="addSp modSp add del mod setBg">
        <pc:chgData name="Luca Giannini" userId="3b5890e9-265d-4cc1-b172-60dfb5c10888" providerId="ADAL" clId="{17B3A7D5-EFDD-4CC6-B24B-2AD320AF816A}" dt="2026-01-15T13:00:27.378" v="1771" actId="47"/>
        <pc:sldMkLst>
          <pc:docMk/>
          <pc:sldMk cId="2467144625" sldId="303"/>
        </pc:sldMkLst>
        <pc:graphicFrameChg chg="add mod">
          <ac:chgData name="Luca Giannini" userId="3b5890e9-265d-4cc1-b172-60dfb5c10888" providerId="ADAL" clId="{17B3A7D5-EFDD-4CC6-B24B-2AD320AF816A}" dt="2026-01-15T13:00:02.974" v="1767" actId="572"/>
          <ac:graphicFrameMkLst>
            <pc:docMk/>
            <pc:sldMk cId="2467144625" sldId="303"/>
            <ac:graphicFrameMk id="3" creationId="{D6F368EE-1FF0-27F7-9A89-DA440B291AD8}"/>
          </ac:graphicFrameMkLst>
        </pc:graphicFrameChg>
        <pc:graphicFrameChg chg="add mod">
          <ac:chgData name="Luca Giannini" userId="3b5890e9-265d-4cc1-b172-60dfb5c10888" providerId="ADAL" clId="{17B3A7D5-EFDD-4CC6-B24B-2AD320AF816A}" dt="2026-01-15T13:00:11.157" v="1769"/>
          <ac:graphicFrameMkLst>
            <pc:docMk/>
            <pc:sldMk cId="2467144625" sldId="303"/>
            <ac:graphicFrameMk id="4" creationId="{C5E989EC-CFB2-4CCF-C3C0-D59F022A3A55}"/>
          </ac:graphicFrameMkLst>
        </pc:graphicFrameChg>
        <pc:graphicFrameChg chg="mod modGraphic">
          <ac:chgData name="Luca Giannini" userId="3b5890e9-265d-4cc1-b172-60dfb5c10888" providerId="ADAL" clId="{17B3A7D5-EFDD-4CC6-B24B-2AD320AF816A}" dt="2026-01-15T13:00:06.650" v="1768" actId="572"/>
          <ac:graphicFrameMkLst>
            <pc:docMk/>
            <pc:sldMk cId="2467144625" sldId="303"/>
            <ac:graphicFrameMk id="5" creationId="{7E74D88A-F7A9-FFFD-5D8C-2D2AF5AF1C0A}"/>
          </ac:graphicFrameMkLst>
        </pc:graphicFrameChg>
      </pc:sldChg>
      <pc:sldChg chg="add del">
        <pc:chgData name="Luca Giannini" userId="3b5890e9-265d-4cc1-b172-60dfb5c10888" providerId="ADAL" clId="{17B3A7D5-EFDD-4CC6-B24B-2AD320AF816A}" dt="2026-01-15T12:34:54.159" v="1672"/>
        <pc:sldMkLst>
          <pc:docMk/>
          <pc:sldMk cId="2814978014" sldId="303"/>
        </pc:sldMkLst>
      </pc:sldChg>
      <pc:sldChg chg="add del setBg">
        <pc:chgData name="Luca Giannini" userId="3b5890e9-265d-4cc1-b172-60dfb5c10888" providerId="ADAL" clId="{17B3A7D5-EFDD-4CC6-B24B-2AD320AF816A}" dt="2026-01-15T13:00:30.792" v="1772" actId="47"/>
        <pc:sldMkLst>
          <pc:docMk/>
          <pc:sldMk cId="260761156" sldId="304"/>
        </pc:sldMkLst>
      </pc:sldChg>
      <pc:sldChg chg="add del setBg">
        <pc:chgData name="Luca Giannini" userId="3b5890e9-265d-4cc1-b172-60dfb5c10888" providerId="ADAL" clId="{17B3A7D5-EFDD-4CC6-B24B-2AD320AF816A}" dt="2026-01-15T13:00:35.684" v="1773" actId="47"/>
        <pc:sldMkLst>
          <pc:docMk/>
          <pc:sldMk cId="310026509" sldId="305"/>
        </pc:sldMkLst>
      </pc:sldChg>
      <pc:sldChg chg="addSp delSp modSp add del mod setBg modShow">
        <pc:chgData name="Luca Giannini" userId="3b5890e9-265d-4cc1-b172-60dfb5c10888" providerId="ADAL" clId="{17B3A7D5-EFDD-4CC6-B24B-2AD320AF816A}" dt="2026-01-15T15:14:52.130" v="3894" actId="47"/>
        <pc:sldMkLst>
          <pc:docMk/>
          <pc:sldMk cId="1551295805" sldId="306"/>
        </pc:sldMkLst>
        <pc:spChg chg="mod">
          <ac:chgData name="Luca Giannini" userId="3b5890e9-265d-4cc1-b172-60dfb5c10888" providerId="ADAL" clId="{17B3A7D5-EFDD-4CC6-B24B-2AD320AF816A}" dt="2026-01-15T14:08:36.884" v="3620" actId="207"/>
          <ac:spMkLst>
            <pc:docMk/>
            <pc:sldMk cId="1551295805" sldId="306"/>
            <ac:spMk id="2" creationId="{D332577E-7FCE-A164-3431-AA0500C7EB8C}"/>
          </ac:spMkLst>
        </pc:spChg>
        <pc:spChg chg="add del mod">
          <ac:chgData name="Luca Giannini" userId="3b5890e9-265d-4cc1-b172-60dfb5c10888" providerId="ADAL" clId="{17B3A7D5-EFDD-4CC6-B24B-2AD320AF816A}" dt="2026-01-15T13:10:05.117" v="2213" actId="478"/>
          <ac:spMkLst>
            <pc:docMk/>
            <pc:sldMk cId="1551295805" sldId="306"/>
            <ac:spMk id="4" creationId="{72A53A70-69A9-6FD2-4062-90496114C1A3}"/>
          </ac:spMkLst>
        </pc:spChg>
        <pc:spChg chg="add del mod">
          <ac:chgData name="Luca Giannini" userId="3b5890e9-265d-4cc1-b172-60dfb5c10888" providerId="ADAL" clId="{17B3A7D5-EFDD-4CC6-B24B-2AD320AF816A}" dt="2026-01-15T13:14:55.214" v="2246"/>
          <ac:spMkLst>
            <pc:docMk/>
            <pc:sldMk cId="1551295805" sldId="306"/>
            <ac:spMk id="7" creationId="{4BD3A11E-3921-D74B-945B-64A614E19959}"/>
          </ac:spMkLst>
        </pc:spChg>
        <pc:graphicFrameChg chg="del mod modGraphic">
          <ac:chgData name="Luca Giannini" userId="3b5890e9-265d-4cc1-b172-60dfb5c10888" providerId="ADAL" clId="{17B3A7D5-EFDD-4CC6-B24B-2AD320AF816A}" dt="2026-01-15T13:09:33.923" v="2210" actId="478"/>
          <ac:graphicFrameMkLst>
            <pc:docMk/>
            <pc:sldMk cId="1551295805" sldId="306"/>
            <ac:graphicFrameMk id="5" creationId="{79ED38EA-8F38-BAD5-BFA7-125A39D8F9C2}"/>
          </ac:graphicFrameMkLst>
        </pc:graphicFrameChg>
        <pc:graphicFrameChg chg="add mod modGraphic">
          <ac:chgData name="Luca Giannini" userId="3b5890e9-265d-4cc1-b172-60dfb5c10888" providerId="ADAL" clId="{17B3A7D5-EFDD-4CC6-B24B-2AD320AF816A}" dt="2026-01-15T14:05:56.917" v="3605" actId="113"/>
          <ac:graphicFrameMkLst>
            <pc:docMk/>
            <pc:sldMk cId="1551295805" sldId="306"/>
            <ac:graphicFrameMk id="8" creationId="{7E1FE84D-0857-BF59-FF48-EB86473491FB}"/>
          </ac:graphicFrameMkLst>
        </pc:graphicFrameChg>
        <pc:graphicFrameChg chg="add mod modGraphic">
          <ac:chgData name="Luca Giannini" userId="3b5890e9-265d-4cc1-b172-60dfb5c10888" providerId="ADAL" clId="{17B3A7D5-EFDD-4CC6-B24B-2AD320AF816A}" dt="2026-01-15T14:04:15.140" v="3601" actId="14100"/>
          <ac:graphicFrameMkLst>
            <pc:docMk/>
            <pc:sldMk cId="1551295805" sldId="306"/>
            <ac:graphicFrameMk id="9" creationId="{3DEA89D0-75F5-8354-2267-EE97202CDF2E}"/>
          </ac:graphicFrameMkLst>
        </pc:graphicFrameChg>
        <pc:picChg chg="add del mod">
          <ac:chgData name="Luca Giannini" userId="3b5890e9-265d-4cc1-b172-60dfb5c10888" providerId="ADAL" clId="{17B3A7D5-EFDD-4CC6-B24B-2AD320AF816A}" dt="2026-01-15T14:27:33.904" v="3666" actId="478"/>
          <ac:picMkLst>
            <pc:docMk/>
            <pc:sldMk cId="1551295805" sldId="306"/>
            <ac:picMk id="10" creationId="{92A64B1C-BEB5-2902-3604-440DE3419540}"/>
          </ac:picMkLst>
        </pc:picChg>
        <pc:picChg chg="add mod">
          <ac:chgData name="Luca Giannini" userId="3b5890e9-265d-4cc1-b172-60dfb5c10888" providerId="ADAL" clId="{17B3A7D5-EFDD-4CC6-B24B-2AD320AF816A}" dt="2026-01-15T14:27:34.821" v="3667"/>
          <ac:picMkLst>
            <pc:docMk/>
            <pc:sldMk cId="1551295805" sldId="306"/>
            <ac:picMk id="11" creationId="{7D2091AE-68AC-FDF9-D5F0-6C075922C54E}"/>
          </ac:picMkLst>
        </pc:picChg>
      </pc:sldChg>
      <pc:sldChg chg="addSp delSp modSp add del mod setBg modShow">
        <pc:chgData name="Luca Giannini" userId="3b5890e9-265d-4cc1-b172-60dfb5c10888" providerId="ADAL" clId="{17B3A7D5-EFDD-4CC6-B24B-2AD320AF816A}" dt="2026-01-15T15:14:54.833" v="3895" actId="47"/>
        <pc:sldMkLst>
          <pc:docMk/>
          <pc:sldMk cId="3802561539" sldId="307"/>
        </pc:sldMkLst>
        <pc:spChg chg="mod">
          <ac:chgData name="Luca Giannini" userId="3b5890e9-265d-4cc1-b172-60dfb5c10888" providerId="ADAL" clId="{17B3A7D5-EFDD-4CC6-B24B-2AD320AF816A}" dt="2026-01-15T14:08:41.059" v="3621" actId="207"/>
          <ac:spMkLst>
            <pc:docMk/>
            <pc:sldMk cId="3802561539" sldId="307"/>
            <ac:spMk id="2" creationId="{236854A3-7AA8-6019-69FD-C7792AF2F52B}"/>
          </ac:spMkLst>
        </pc:spChg>
        <pc:graphicFrameChg chg="add mod modGraphic">
          <ac:chgData name="Luca Giannini" userId="3b5890e9-265d-4cc1-b172-60dfb5c10888" providerId="ADAL" clId="{17B3A7D5-EFDD-4CC6-B24B-2AD320AF816A}" dt="2026-01-15T13:55:13.461" v="3408" actId="20577"/>
          <ac:graphicFrameMkLst>
            <pc:docMk/>
            <pc:sldMk cId="3802561539" sldId="307"/>
            <ac:graphicFrameMk id="3" creationId="{01C9FE93-3121-4D41-EE1C-857422ADD3D9}"/>
          </ac:graphicFrameMkLst>
        </pc:graphicFrameChg>
        <pc:graphicFrameChg chg="mod modGraphic">
          <ac:chgData name="Luca Giannini" userId="3b5890e9-265d-4cc1-b172-60dfb5c10888" providerId="ADAL" clId="{17B3A7D5-EFDD-4CC6-B24B-2AD320AF816A}" dt="2026-01-15T14:12:03.375" v="3634" actId="14100"/>
          <ac:graphicFrameMkLst>
            <pc:docMk/>
            <pc:sldMk cId="3802561539" sldId="307"/>
            <ac:graphicFrameMk id="8" creationId="{57DF4020-8E82-396D-A4AF-DD4667B42EAA}"/>
          </ac:graphicFrameMkLst>
        </pc:graphicFrameChg>
        <pc:picChg chg="add del mod">
          <ac:chgData name="Luca Giannini" userId="3b5890e9-265d-4cc1-b172-60dfb5c10888" providerId="ADAL" clId="{17B3A7D5-EFDD-4CC6-B24B-2AD320AF816A}" dt="2026-01-15T14:27:41.006" v="3668" actId="478"/>
          <ac:picMkLst>
            <pc:docMk/>
            <pc:sldMk cId="3802561539" sldId="307"/>
            <ac:picMk id="4" creationId="{B4F55107-36EB-B720-D6DB-D49B3DFCF983}"/>
          </ac:picMkLst>
        </pc:picChg>
        <pc:picChg chg="add mod">
          <ac:chgData name="Luca Giannini" userId="3b5890e9-265d-4cc1-b172-60dfb5c10888" providerId="ADAL" clId="{17B3A7D5-EFDD-4CC6-B24B-2AD320AF816A}" dt="2026-01-15T14:27:43.088" v="3670" actId="1076"/>
          <ac:picMkLst>
            <pc:docMk/>
            <pc:sldMk cId="3802561539" sldId="307"/>
            <ac:picMk id="5" creationId="{3295F90C-A496-CDFB-1411-D08AB4925A73}"/>
          </ac:picMkLst>
        </pc:picChg>
      </pc:sldChg>
      <pc:sldChg chg="addSp delSp modSp add del mod setBg modShow">
        <pc:chgData name="Luca Giannini" userId="3b5890e9-265d-4cc1-b172-60dfb5c10888" providerId="ADAL" clId="{17B3A7D5-EFDD-4CC6-B24B-2AD320AF816A}" dt="2026-01-15T15:14:56.928" v="3896" actId="47"/>
        <pc:sldMkLst>
          <pc:docMk/>
          <pc:sldMk cId="3609837265" sldId="308"/>
        </pc:sldMkLst>
        <pc:spChg chg="mod">
          <ac:chgData name="Luca Giannini" userId="3b5890e9-265d-4cc1-b172-60dfb5c10888" providerId="ADAL" clId="{17B3A7D5-EFDD-4CC6-B24B-2AD320AF816A}" dt="2026-01-15T14:08:46.515" v="3622" actId="207"/>
          <ac:spMkLst>
            <pc:docMk/>
            <pc:sldMk cId="3609837265" sldId="308"/>
            <ac:spMk id="2" creationId="{6398FFE1-4F4C-F83A-8A61-CE6CAF60E49F}"/>
          </ac:spMkLst>
        </pc:spChg>
        <pc:graphicFrameChg chg="add mod modGraphic">
          <ac:chgData name="Luca Giannini" userId="3b5890e9-265d-4cc1-b172-60dfb5c10888" providerId="ADAL" clId="{17B3A7D5-EFDD-4CC6-B24B-2AD320AF816A}" dt="2026-01-15T13:55:57.716" v="3459" actId="20577"/>
          <ac:graphicFrameMkLst>
            <pc:docMk/>
            <pc:sldMk cId="3609837265" sldId="308"/>
            <ac:graphicFrameMk id="3" creationId="{EB2F2C63-2EA9-E93D-3811-D4E1C5638018}"/>
          </ac:graphicFrameMkLst>
        </pc:graphicFrameChg>
        <pc:graphicFrameChg chg="mod modGraphic">
          <ac:chgData name="Luca Giannini" userId="3b5890e9-265d-4cc1-b172-60dfb5c10888" providerId="ADAL" clId="{17B3A7D5-EFDD-4CC6-B24B-2AD320AF816A}" dt="2026-01-15T14:30:17.278" v="3703" actId="20577"/>
          <ac:graphicFrameMkLst>
            <pc:docMk/>
            <pc:sldMk cId="3609837265" sldId="308"/>
            <ac:graphicFrameMk id="8" creationId="{94704539-FB76-D20E-DA28-8AF8FC886AB1}"/>
          </ac:graphicFrameMkLst>
        </pc:graphicFrameChg>
        <pc:picChg chg="add del mod">
          <ac:chgData name="Luca Giannini" userId="3b5890e9-265d-4cc1-b172-60dfb5c10888" providerId="ADAL" clId="{17B3A7D5-EFDD-4CC6-B24B-2AD320AF816A}" dt="2026-01-15T14:27:46.317" v="3671" actId="478"/>
          <ac:picMkLst>
            <pc:docMk/>
            <pc:sldMk cId="3609837265" sldId="308"/>
            <ac:picMk id="4" creationId="{47223F46-00C4-7057-025D-B42E71FEF4FA}"/>
          </ac:picMkLst>
        </pc:picChg>
        <pc:picChg chg="add mod">
          <ac:chgData name="Luca Giannini" userId="3b5890e9-265d-4cc1-b172-60dfb5c10888" providerId="ADAL" clId="{17B3A7D5-EFDD-4CC6-B24B-2AD320AF816A}" dt="2026-01-15T14:27:46.821" v="3672"/>
          <ac:picMkLst>
            <pc:docMk/>
            <pc:sldMk cId="3609837265" sldId="308"/>
            <ac:picMk id="5" creationId="{81E1F88B-6109-B641-F62E-886FBF70B7D5}"/>
          </ac:picMkLst>
        </pc:picChg>
      </pc:sldChg>
      <pc:sldChg chg="modSp add mod setBg">
        <pc:chgData name="Luca Giannini" userId="3b5890e9-265d-4cc1-b172-60dfb5c10888" providerId="ADAL" clId="{17B3A7D5-EFDD-4CC6-B24B-2AD320AF816A}" dt="2026-01-15T15:41:39.768" v="3961" actId="20577"/>
        <pc:sldMkLst>
          <pc:docMk/>
          <pc:sldMk cId="2870128514" sldId="309"/>
        </pc:sldMkLst>
        <pc:spChg chg="mod">
          <ac:chgData name="Luca Giannini" userId="3b5890e9-265d-4cc1-b172-60dfb5c10888" providerId="ADAL" clId="{17B3A7D5-EFDD-4CC6-B24B-2AD320AF816A}" dt="2026-01-15T14:32:09.263" v="3708" actId="207"/>
          <ac:spMkLst>
            <pc:docMk/>
            <pc:sldMk cId="2870128514" sldId="309"/>
            <ac:spMk id="2" creationId="{DC328067-BE4C-B4E4-1AB5-34FC11A0DC81}"/>
          </ac:spMkLst>
        </pc:spChg>
        <pc:spChg chg="mod">
          <ac:chgData name="Luca Giannini" userId="3b5890e9-265d-4cc1-b172-60dfb5c10888" providerId="ADAL" clId="{17B3A7D5-EFDD-4CC6-B24B-2AD320AF816A}" dt="2026-01-15T15:41:39.768" v="3961" actId="20577"/>
          <ac:spMkLst>
            <pc:docMk/>
            <pc:sldMk cId="2870128514" sldId="309"/>
            <ac:spMk id="3" creationId="{AFF498E1-7B26-D625-6B92-06EA6E71FA76}"/>
          </ac:spMkLst>
        </pc:spChg>
      </pc:sldChg>
      <pc:sldChg chg="modSp add mod setBg">
        <pc:chgData name="Luca Giannini" userId="3b5890e9-265d-4cc1-b172-60dfb5c10888" providerId="ADAL" clId="{17B3A7D5-EFDD-4CC6-B24B-2AD320AF816A}" dt="2026-01-15T16:19:04.697" v="4194" actId="207"/>
        <pc:sldMkLst>
          <pc:docMk/>
          <pc:sldMk cId="2231236667" sldId="310"/>
        </pc:sldMkLst>
        <pc:spChg chg="mod">
          <ac:chgData name="Luca Giannini" userId="3b5890e9-265d-4cc1-b172-60dfb5c10888" providerId="ADAL" clId="{17B3A7D5-EFDD-4CC6-B24B-2AD320AF816A}" dt="2026-01-15T14:32:37.742" v="3714" actId="207"/>
          <ac:spMkLst>
            <pc:docMk/>
            <pc:sldMk cId="2231236667" sldId="310"/>
            <ac:spMk id="2" creationId="{E202CCC9-4A69-435F-A3A2-8A9DA1CCC8E4}"/>
          </ac:spMkLst>
        </pc:spChg>
        <pc:spChg chg="mod">
          <ac:chgData name="Luca Giannini" userId="3b5890e9-265d-4cc1-b172-60dfb5c10888" providerId="ADAL" clId="{17B3A7D5-EFDD-4CC6-B24B-2AD320AF816A}" dt="2026-01-15T16:19:04.697" v="4194" actId="207"/>
          <ac:spMkLst>
            <pc:docMk/>
            <pc:sldMk cId="2231236667" sldId="310"/>
            <ac:spMk id="3" creationId="{AA0B4AC3-D77B-3E33-5A93-1541813118F0}"/>
          </ac:spMkLst>
        </pc:spChg>
        <pc:graphicFrameChg chg="modGraphic">
          <ac:chgData name="Luca Giannini" userId="3b5890e9-265d-4cc1-b172-60dfb5c10888" providerId="ADAL" clId="{17B3A7D5-EFDD-4CC6-B24B-2AD320AF816A}" dt="2026-01-15T14:33:16.676" v="3719" actId="207"/>
          <ac:graphicFrameMkLst>
            <pc:docMk/>
            <pc:sldMk cId="2231236667" sldId="310"/>
            <ac:graphicFrameMk id="6" creationId="{CBDA7AC0-AEA4-7857-3613-74671D8A392A}"/>
          </ac:graphicFrameMkLst>
        </pc:graphicFrameChg>
      </pc:sldChg>
      <pc:sldChg chg="modSp add mod setBg">
        <pc:chgData name="Luca Giannini" userId="3b5890e9-265d-4cc1-b172-60dfb5c10888" providerId="ADAL" clId="{17B3A7D5-EFDD-4CC6-B24B-2AD320AF816A}" dt="2026-01-16T07:29:46.381" v="7071" actId="20577"/>
        <pc:sldMkLst>
          <pc:docMk/>
          <pc:sldMk cId="2587132600" sldId="311"/>
        </pc:sldMkLst>
        <pc:spChg chg="mod">
          <ac:chgData name="Luca Giannini" userId="3b5890e9-265d-4cc1-b172-60dfb5c10888" providerId="ADAL" clId="{17B3A7D5-EFDD-4CC6-B24B-2AD320AF816A}" dt="2026-01-15T16:18:24.604" v="4192" actId="207"/>
          <ac:spMkLst>
            <pc:docMk/>
            <pc:sldMk cId="2587132600" sldId="311"/>
            <ac:spMk id="2" creationId="{0BC9CC68-5DA6-F7A3-BE9F-F6D511295787}"/>
          </ac:spMkLst>
        </pc:spChg>
        <pc:graphicFrameChg chg="mod modGraphic">
          <ac:chgData name="Luca Giannini" userId="3b5890e9-265d-4cc1-b172-60dfb5c10888" providerId="ADAL" clId="{17B3A7D5-EFDD-4CC6-B24B-2AD320AF816A}" dt="2026-01-16T07:29:46.381" v="7071" actId="20577"/>
          <ac:graphicFrameMkLst>
            <pc:docMk/>
            <pc:sldMk cId="2587132600" sldId="311"/>
            <ac:graphicFrameMk id="5" creationId="{745BACE1-E73D-07C8-F469-493909E4DFA4}"/>
          </ac:graphicFrameMkLst>
        </pc:graphicFrameChg>
      </pc:sldChg>
      <pc:sldChg chg="modSp add mod setBg modNotesTx">
        <pc:chgData name="Luca Giannini" userId="3b5890e9-265d-4cc1-b172-60dfb5c10888" providerId="ADAL" clId="{17B3A7D5-EFDD-4CC6-B24B-2AD320AF816A}" dt="2026-01-16T05:45:02.913" v="6748" actId="20577"/>
        <pc:sldMkLst>
          <pc:docMk/>
          <pc:sldMk cId="2717771291" sldId="312"/>
        </pc:sldMkLst>
        <pc:spChg chg="mod">
          <ac:chgData name="Luca Giannini" userId="3b5890e9-265d-4cc1-b172-60dfb5c10888" providerId="ADAL" clId="{17B3A7D5-EFDD-4CC6-B24B-2AD320AF816A}" dt="2026-01-15T14:37:44.535" v="3772" actId="207"/>
          <ac:spMkLst>
            <pc:docMk/>
            <pc:sldMk cId="2717771291" sldId="312"/>
            <ac:spMk id="2" creationId="{B9F6E81E-791C-CB56-8564-D6AED5DD6D55}"/>
          </ac:spMkLst>
        </pc:spChg>
        <pc:graphicFrameChg chg="modGraphic">
          <ac:chgData name="Luca Giannini" userId="3b5890e9-265d-4cc1-b172-60dfb5c10888" providerId="ADAL" clId="{17B3A7D5-EFDD-4CC6-B24B-2AD320AF816A}" dt="2026-01-15T17:10:29.386" v="5442" actId="207"/>
          <ac:graphicFrameMkLst>
            <pc:docMk/>
            <pc:sldMk cId="2717771291" sldId="312"/>
            <ac:graphicFrameMk id="8" creationId="{97653D02-DF4F-CDC6-13BF-CFFA58F4EAC1}"/>
          </ac:graphicFrameMkLst>
        </pc:graphicFrameChg>
        <pc:graphicFrameChg chg="modGraphic">
          <ac:chgData name="Luca Giannini" userId="3b5890e9-265d-4cc1-b172-60dfb5c10888" providerId="ADAL" clId="{17B3A7D5-EFDD-4CC6-B24B-2AD320AF816A}" dt="2026-01-15T16:18:34.939" v="4193" actId="207"/>
          <ac:graphicFrameMkLst>
            <pc:docMk/>
            <pc:sldMk cId="2717771291" sldId="312"/>
            <ac:graphicFrameMk id="9" creationId="{EEAEF2AD-D5BB-95B8-2FCE-5430D9E4694F}"/>
          </ac:graphicFrameMkLst>
        </pc:graphicFrameChg>
      </pc:sldChg>
      <pc:sldChg chg="modSp add mod setBg modNotesTx">
        <pc:chgData name="Luca Giannini" userId="3b5890e9-265d-4cc1-b172-60dfb5c10888" providerId="ADAL" clId="{17B3A7D5-EFDD-4CC6-B24B-2AD320AF816A}" dt="2026-01-16T05:47:30.381" v="6827" actId="207"/>
        <pc:sldMkLst>
          <pc:docMk/>
          <pc:sldMk cId="1644659194" sldId="313"/>
        </pc:sldMkLst>
        <pc:spChg chg="mod">
          <ac:chgData name="Luca Giannini" userId="3b5890e9-265d-4cc1-b172-60dfb5c10888" providerId="ADAL" clId="{17B3A7D5-EFDD-4CC6-B24B-2AD320AF816A}" dt="2026-01-15T14:43:37.989" v="3829" actId="207"/>
          <ac:spMkLst>
            <pc:docMk/>
            <pc:sldMk cId="1644659194" sldId="313"/>
            <ac:spMk id="2" creationId="{866E8BA1-9B47-0214-BB92-C9C1609A88F0}"/>
          </ac:spMkLst>
        </pc:spChg>
        <pc:graphicFrameChg chg="modGraphic">
          <ac:chgData name="Luca Giannini" userId="3b5890e9-265d-4cc1-b172-60dfb5c10888" providerId="ADAL" clId="{17B3A7D5-EFDD-4CC6-B24B-2AD320AF816A}" dt="2026-01-15T14:41:26.719" v="3802"/>
          <ac:graphicFrameMkLst>
            <pc:docMk/>
            <pc:sldMk cId="1644659194" sldId="313"/>
            <ac:graphicFrameMk id="3" creationId="{CD639617-162E-2C00-06D6-E3A7A537A1CD}"/>
          </ac:graphicFrameMkLst>
        </pc:graphicFrameChg>
        <pc:graphicFrameChg chg="mod modGraphic">
          <ac:chgData name="Luca Giannini" userId="3b5890e9-265d-4cc1-b172-60dfb5c10888" providerId="ADAL" clId="{17B3A7D5-EFDD-4CC6-B24B-2AD320AF816A}" dt="2026-01-16T05:47:30.381" v="6827" actId="207"/>
          <ac:graphicFrameMkLst>
            <pc:docMk/>
            <pc:sldMk cId="1644659194" sldId="313"/>
            <ac:graphicFrameMk id="8" creationId="{01A4ADF8-DB88-1A6E-1931-39D3C28AE55C}"/>
          </ac:graphicFrameMkLst>
        </pc:graphicFrameChg>
      </pc:sldChg>
      <pc:sldChg chg="modSp add mod setBg">
        <pc:chgData name="Luca Giannini" userId="3b5890e9-265d-4cc1-b172-60dfb5c10888" providerId="ADAL" clId="{17B3A7D5-EFDD-4CC6-B24B-2AD320AF816A}" dt="2026-01-15T17:08:11.708" v="5424" actId="2085"/>
        <pc:sldMkLst>
          <pc:docMk/>
          <pc:sldMk cId="1027308823" sldId="314"/>
        </pc:sldMkLst>
        <pc:spChg chg="mod">
          <ac:chgData name="Luca Giannini" userId="3b5890e9-265d-4cc1-b172-60dfb5c10888" providerId="ADAL" clId="{17B3A7D5-EFDD-4CC6-B24B-2AD320AF816A}" dt="2026-01-15T14:44:30.135" v="3836" actId="207"/>
          <ac:spMkLst>
            <pc:docMk/>
            <pc:sldMk cId="1027308823" sldId="314"/>
            <ac:spMk id="2" creationId="{85BEFD0B-9485-288B-9CFA-5A56B03AFFC0}"/>
          </ac:spMkLst>
        </pc:spChg>
        <pc:spChg chg="mod">
          <ac:chgData name="Luca Giannini" userId="3b5890e9-265d-4cc1-b172-60dfb5c10888" providerId="ADAL" clId="{17B3A7D5-EFDD-4CC6-B24B-2AD320AF816A}" dt="2026-01-15T17:08:11.708" v="5424" actId="2085"/>
          <ac:spMkLst>
            <pc:docMk/>
            <pc:sldMk cId="1027308823" sldId="314"/>
            <ac:spMk id="3" creationId="{B0329094-31AC-1B6B-FA34-3427381F9940}"/>
          </ac:spMkLst>
        </pc:spChg>
        <pc:graphicFrameChg chg="modGraphic">
          <ac:chgData name="Luca Giannini" userId="3b5890e9-265d-4cc1-b172-60dfb5c10888" providerId="ADAL" clId="{17B3A7D5-EFDD-4CC6-B24B-2AD320AF816A}" dt="2026-01-15T14:50:15.128" v="3889" actId="207"/>
          <ac:graphicFrameMkLst>
            <pc:docMk/>
            <pc:sldMk cId="1027308823" sldId="314"/>
            <ac:graphicFrameMk id="6" creationId="{706BE1B2-204F-248C-DE98-9D0923E9FB00}"/>
          </ac:graphicFrameMkLst>
        </pc:graphicFrameChg>
        <pc:graphicFrameChg chg="mod modGraphic">
          <ac:chgData name="Luca Giannini" userId="3b5890e9-265d-4cc1-b172-60dfb5c10888" providerId="ADAL" clId="{17B3A7D5-EFDD-4CC6-B24B-2AD320AF816A}" dt="2026-01-15T14:45:45.677" v="3852" actId="14861"/>
          <ac:graphicFrameMkLst>
            <pc:docMk/>
            <pc:sldMk cId="1027308823" sldId="314"/>
            <ac:graphicFrameMk id="7" creationId="{06E5799B-49A1-D2F5-07DF-BF93FD1FDDB9}"/>
          </ac:graphicFrameMkLst>
        </pc:graphicFrameChg>
      </pc:sldChg>
      <pc:sldChg chg="modSp add mod setBg modNotesTx">
        <pc:chgData name="Luca Giannini" userId="3b5890e9-265d-4cc1-b172-60dfb5c10888" providerId="ADAL" clId="{17B3A7D5-EFDD-4CC6-B24B-2AD320AF816A}" dt="2026-01-16T05:48:56.440" v="7036" actId="20577"/>
        <pc:sldMkLst>
          <pc:docMk/>
          <pc:sldMk cId="1116761543" sldId="315"/>
        </pc:sldMkLst>
        <pc:spChg chg="mod">
          <ac:chgData name="Luca Giannini" userId="3b5890e9-265d-4cc1-b172-60dfb5c10888" providerId="ADAL" clId="{17B3A7D5-EFDD-4CC6-B24B-2AD320AF816A}" dt="2026-01-15T14:46:39.535" v="3860" actId="207"/>
          <ac:spMkLst>
            <pc:docMk/>
            <pc:sldMk cId="1116761543" sldId="315"/>
            <ac:spMk id="2" creationId="{C5A57EF3-A402-392E-81DB-A32163BCE80C}"/>
          </ac:spMkLst>
        </pc:spChg>
        <pc:graphicFrameChg chg="modGraphic">
          <ac:chgData name="Luca Giannini" userId="3b5890e9-265d-4cc1-b172-60dfb5c10888" providerId="ADAL" clId="{17B3A7D5-EFDD-4CC6-B24B-2AD320AF816A}" dt="2026-01-15T14:46:44.072" v="3861" actId="207"/>
          <ac:graphicFrameMkLst>
            <pc:docMk/>
            <pc:sldMk cId="1116761543" sldId="315"/>
            <ac:graphicFrameMk id="3" creationId="{263260C2-C512-B61C-A1B5-2471EA7D9DA5}"/>
          </ac:graphicFrameMkLst>
        </pc:graphicFrameChg>
        <pc:graphicFrameChg chg="modGraphic">
          <ac:chgData name="Luca Giannini" userId="3b5890e9-265d-4cc1-b172-60dfb5c10888" providerId="ADAL" clId="{17B3A7D5-EFDD-4CC6-B24B-2AD320AF816A}" dt="2026-01-15T14:48:49.326" v="3877" actId="207"/>
          <ac:graphicFrameMkLst>
            <pc:docMk/>
            <pc:sldMk cId="1116761543" sldId="315"/>
            <ac:graphicFrameMk id="8" creationId="{E5B978B8-DA25-7926-AC20-3DF1974C7517}"/>
          </ac:graphicFrameMkLst>
        </pc:graphicFrameChg>
      </pc:sldChg>
      <pc:sldChg chg="addSp delSp modSp add mod setBg">
        <pc:chgData name="Luca Giannini" userId="3b5890e9-265d-4cc1-b172-60dfb5c10888" providerId="ADAL" clId="{17B3A7D5-EFDD-4CC6-B24B-2AD320AF816A}" dt="2026-01-15T17:19:45.061" v="5579" actId="207"/>
        <pc:sldMkLst>
          <pc:docMk/>
          <pc:sldMk cId="1428050236" sldId="316"/>
        </pc:sldMkLst>
        <pc:spChg chg="mod">
          <ac:chgData name="Luca Giannini" userId="3b5890e9-265d-4cc1-b172-60dfb5c10888" providerId="ADAL" clId="{17B3A7D5-EFDD-4CC6-B24B-2AD320AF816A}" dt="2026-01-15T14:49:03.768" v="3879" actId="207"/>
          <ac:spMkLst>
            <pc:docMk/>
            <pc:sldMk cId="1428050236" sldId="316"/>
            <ac:spMk id="2" creationId="{9B437EB1-06A3-C20B-D85A-21752922AEB8}"/>
          </ac:spMkLst>
        </pc:spChg>
        <pc:spChg chg="del mod">
          <ac:chgData name="Luca Giannini" userId="3b5890e9-265d-4cc1-b172-60dfb5c10888" providerId="ADAL" clId="{17B3A7D5-EFDD-4CC6-B24B-2AD320AF816A}" dt="2026-01-15T15:14:15.185" v="3892"/>
          <ac:spMkLst>
            <pc:docMk/>
            <pc:sldMk cId="1428050236" sldId="316"/>
            <ac:spMk id="3" creationId="{84795337-FF22-4279-87A8-83850B91F3B9}"/>
          </ac:spMkLst>
        </pc:spChg>
        <pc:spChg chg="add del mod">
          <ac:chgData name="Luca Giannini" userId="3b5890e9-265d-4cc1-b172-60dfb5c10888" providerId="ADAL" clId="{17B3A7D5-EFDD-4CC6-B24B-2AD320AF816A}" dt="2026-01-15T15:28:04.210" v="3959"/>
          <ac:spMkLst>
            <pc:docMk/>
            <pc:sldMk cId="1428050236" sldId="316"/>
            <ac:spMk id="4" creationId="{9FB05A6E-CD18-ED07-06D6-90C88AF35561}"/>
          </ac:spMkLst>
        </pc:spChg>
        <pc:spChg chg="add del mod">
          <ac:chgData name="Luca Giannini" userId="3b5890e9-265d-4cc1-b172-60dfb5c10888" providerId="ADAL" clId="{17B3A7D5-EFDD-4CC6-B24B-2AD320AF816A}" dt="2026-01-15T16:10:36.057" v="3964"/>
          <ac:spMkLst>
            <pc:docMk/>
            <pc:sldMk cId="1428050236" sldId="316"/>
            <ac:spMk id="6" creationId="{24980909-A050-4BF3-F562-8A86FB4B04C5}"/>
          </ac:spMkLst>
        </pc:spChg>
        <pc:spChg chg="add mod">
          <ac:chgData name="Luca Giannini" userId="3b5890e9-265d-4cc1-b172-60dfb5c10888" providerId="ADAL" clId="{17B3A7D5-EFDD-4CC6-B24B-2AD320AF816A}" dt="2026-01-15T17:19:45.061" v="5579" actId="207"/>
          <ac:spMkLst>
            <pc:docMk/>
            <pc:sldMk cId="1428050236" sldId="316"/>
            <ac:spMk id="7" creationId="{D27B4FDA-F341-DF63-BA1A-4829B62A4A80}"/>
          </ac:spMkLst>
        </pc:spChg>
      </pc:sldChg>
    </pc:docChg>
  </pc:docChgLst>
  <pc:docChgLst>
    <pc:chgData name="Daniele Congiusti" userId="c88fb9be-8474-4256-ab2a-d4535eda7527" providerId="ADAL" clId="{1B4D901A-C564-4F46-A35A-3A5217824CC2}"/>
    <pc:docChg chg="undo custSel addSld delSld modSld">
      <pc:chgData name="Daniele Congiusti" userId="c88fb9be-8474-4256-ab2a-d4535eda7527" providerId="ADAL" clId="{1B4D901A-C564-4F46-A35A-3A5217824CC2}" dt="2026-01-15T16:46:58.803" v="3807" actId="1076"/>
      <pc:docMkLst>
        <pc:docMk/>
      </pc:docMkLst>
      <pc:sldChg chg="modSp mod">
        <pc:chgData name="Daniele Congiusti" userId="c88fb9be-8474-4256-ab2a-d4535eda7527" providerId="ADAL" clId="{1B4D901A-C564-4F46-A35A-3A5217824CC2}" dt="2026-01-15T09:29:21.968" v="10" actId="20577"/>
        <pc:sldMkLst>
          <pc:docMk/>
          <pc:sldMk cId="1621469791" sldId="256"/>
        </pc:sldMkLst>
        <pc:spChg chg="mod">
          <ac:chgData name="Daniele Congiusti" userId="c88fb9be-8474-4256-ab2a-d4535eda7527" providerId="ADAL" clId="{1B4D901A-C564-4F46-A35A-3A5217824CC2}" dt="2026-01-15T09:29:21.968" v="10" actId="20577"/>
          <ac:spMkLst>
            <pc:docMk/>
            <pc:sldMk cId="1621469791" sldId="256"/>
            <ac:spMk id="2" creationId="{00000000-0000-0000-0000-000000000000}"/>
          </ac:spMkLst>
        </pc:spChg>
      </pc:sldChg>
      <pc:sldChg chg="addSp delSp modSp mod">
        <pc:chgData name="Daniele Congiusti" userId="c88fb9be-8474-4256-ab2a-d4535eda7527" providerId="ADAL" clId="{1B4D901A-C564-4F46-A35A-3A5217824CC2}" dt="2026-01-15T10:21:30.010" v="592" actId="1076"/>
        <pc:sldMkLst>
          <pc:docMk/>
          <pc:sldMk cId="1056679543" sldId="258"/>
        </pc:sldMkLst>
        <pc:spChg chg="mod">
          <ac:chgData name="Daniele Congiusti" userId="c88fb9be-8474-4256-ab2a-d4535eda7527" providerId="ADAL" clId="{1B4D901A-C564-4F46-A35A-3A5217824CC2}" dt="2026-01-15T10:20:19.877" v="582" actId="20577"/>
          <ac:spMkLst>
            <pc:docMk/>
            <pc:sldMk cId="1056679543" sldId="258"/>
            <ac:spMk id="3" creationId="{068E8217-0879-6045-A028-80534F620714}"/>
          </ac:spMkLst>
        </pc:spChg>
        <pc:spChg chg="del mod">
          <ac:chgData name="Daniele Congiusti" userId="c88fb9be-8474-4256-ab2a-d4535eda7527" providerId="ADAL" clId="{1B4D901A-C564-4F46-A35A-3A5217824CC2}" dt="2026-01-15T10:19:26.010" v="566" actId="478"/>
          <ac:spMkLst>
            <pc:docMk/>
            <pc:sldMk cId="1056679543" sldId="258"/>
            <ac:spMk id="4" creationId="{CC06F278-F9E1-CFAA-E9B7-9BF1708FA03A}"/>
          </ac:spMkLst>
        </pc:spChg>
        <pc:spChg chg="add mod">
          <ac:chgData name="Daniele Congiusti" userId="c88fb9be-8474-4256-ab2a-d4535eda7527" providerId="ADAL" clId="{1B4D901A-C564-4F46-A35A-3A5217824CC2}" dt="2026-01-15T10:21:18.511" v="590" actId="1076"/>
          <ac:spMkLst>
            <pc:docMk/>
            <pc:sldMk cId="1056679543" sldId="258"/>
            <ac:spMk id="7" creationId="{0DA74DDF-9698-DE36-9984-E1C6DB19F4D3}"/>
          </ac:spMkLst>
        </pc:spChg>
        <pc:spChg chg="add mod">
          <ac:chgData name="Daniele Congiusti" userId="c88fb9be-8474-4256-ab2a-d4535eda7527" providerId="ADAL" clId="{1B4D901A-C564-4F46-A35A-3A5217824CC2}" dt="2026-01-15T10:21:30.010" v="592" actId="1076"/>
          <ac:spMkLst>
            <pc:docMk/>
            <pc:sldMk cId="1056679543" sldId="258"/>
            <ac:spMk id="8" creationId="{65BBBB38-7B73-2F82-1E61-39E56E19C120}"/>
          </ac:spMkLst>
        </pc:spChg>
        <pc:picChg chg="add mod">
          <ac:chgData name="Daniele Congiusti" userId="c88fb9be-8474-4256-ab2a-d4535eda7527" providerId="ADAL" clId="{1B4D901A-C564-4F46-A35A-3A5217824CC2}" dt="2026-01-15T10:20:39.326" v="584" actId="1076"/>
          <ac:picMkLst>
            <pc:docMk/>
            <pc:sldMk cId="1056679543" sldId="258"/>
            <ac:picMk id="5" creationId="{B0B2FA18-29EE-C6F8-B841-48B8F5E59CAC}"/>
          </ac:picMkLst>
        </pc:picChg>
        <pc:picChg chg="add mod">
          <ac:chgData name="Daniele Congiusti" userId="c88fb9be-8474-4256-ab2a-d4535eda7527" providerId="ADAL" clId="{1B4D901A-C564-4F46-A35A-3A5217824CC2}" dt="2026-01-15T10:20:59.373" v="588" actId="732"/>
          <ac:picMkLst>
            <pc:docMk/>
            <pc:sldMk cId="1056679543" sldId="258"/>
            <ac:picMk id="6" creationId="{74211BE7-E950-0151-CB3D-9BC7BEA6608C}"/>
          </ac:picMkLst>
        </pc:picChg>
      </pc:sldChg>
      <pc:sldChg chg="addSp delSp modSp mod">
        <pc:chgData name="Daniele Congiusti" userId="c88fb9be-8474-4256-ab2a-d4535eda7527" providerId="ADAL" clId="{1B4D901A-C564-4F46-A35A-3A5217824CC2}" dt="2026-01-15T10:46:43.197" v="1168" actId="1076"/>
        <pc:sldMkLst>
          <pc:docMk/>
          <pc:sldMk cId="773792551" sldId="259"/>
        </pc:sldMkLst>
        <pc:spChg chg="mod">
          <ac:chgData name="Daniele Congiusti" userId="c88fb9be-8474-4256-ab2a-d4535eda7527" providerId="ADAL" clId="{1B4D901A-C564-4F46-A35A-3A5217824CC2}" dt="2026-01-15T10:40:52.838" v="1135" actId="1076"/>
          <ac:spMkLst>
            <pc:docMk/>
            <pc:sldMk cId="773792551" sldId="259"/>
            <ac:spMk id="2" creationId="{831A7364-9B4E-DC49-AA70-BE5A302DEAAF}"/>
          </ac:spMkLst>
        </pc:spChg>
        <pc:spChg chg="del">
          <ac:chgData name="Daniele Congiusti" userId="c88fb9be-8474-4256-ab2a-d4535eda7527" providerId="ADAL" clId="{1B4D901A-C564-4F46-A35A-3A5217824CC2}" dt="2026-01-15T10:32:13.237" v="1100" actId="478"/>
          <ac:spMkLst>
            <pc:docMk/>
            <pc:sldMk cId="773792551" sldId="259"/>
            <ac:spMk id="4" creationId="{D5CCDCDA-EEC5-C8F7-03C7-C50A4202A267}"/>
          </ac:spMkLst>
        </pc:spChg>
        <pc:picChg chg="add del mod">
          <ac:chgData name="Daniele Congiusti" userId="c88fb9be-8474-4256-ab2a-d4535eda7527" providerId="ADAL" clId="{1B4D901A-C564-4F46-A35A-3A5217824CC2}" dt="2026-01-15T10:39:31.332" v="1112" actId="478"/>
          <ac:picMkLst>
            <pc:docMk/>
            <pc:sldMk cId="773792551" sldId="259"/>
            <ac:picMk id="4" creationId="{FE5DC9E5-6EDB-B36A-06D0-D5E3419A7E82}"/>
          </ac:picMkLst>
        </pc:picChg>
        <pc:picChg chg="add del mod">
          <ac:chgData name="Daniele Congiusti" userId="c88fb9be-8474-4256-ab2a-d4535eda7527" providerId="ADAL" clId="{1B4D901A-C564-4F46-A35A-3A5217824CC2}" dt="2026-01-15T10:33:33.413" v="1104" actId="478"/>
          <ac:picMkLst>
            <pc:docMk/>
            <pc:sldMk cId="773792551" sldId="259"/>
            <ac:picMk id="5" creationId="{CE92C492-70C2-B4F9-315C-4D2BCBB998A4}"/>
          </ac:picMkLst>
        </pc:picChg>
        <pc:picChg chg="add del mod">
          <ac:chgData name="Daniele Congiusti" userId="c88fb9be-8474-4256-ab2a-d4535eda7527" providerId="ADAL" clId="{1B4D901A-C564-4F46-A35A-3A5217824CC2}" dt="2026-01-15T10:40:15.998" v="1129" actId="478"/>
          <ac:picMkLst>
            <pc:docMk/>
            <pc:sldMk cId="773792551" sldId="259"/>
            <ac:picMk id="6" creationId="{ADF3DFB8-CE54-8DB8-9FB6-FA624048D13F}"/>
          </ac:picMkLst>
        </pc:picChg>
        <pc:picChg chg="add del mod">
          <ac:chgData name="Daniele Congiusti" userId="c88fb9be-8474-4256-ab2a-d4535eda7527" providerId="ADAL" clId="{1B4D901A-C564-4F46-A35A-3A5217824CC2}" dt="2026-01-15T10:41:11.760" v="1136" actId="478"/>
          <ac:picMkLst>
            <pc:docMk/>
            <pc:sldMk cId="773792551" sldId="259"/>
            <ac:picMk id="8" creationId="{60181D12-17FF-12EA-FBFB-633CA157E266}"/>
          </ac:picMkLst>
        </pc:picChg>
        <pc:picChg chg="add del mod">
          <ac:chgData name="Daniele Congiusti" userId="c88fb9be-8474-4256-ab2a-d4535eda7527" providerId="ADAL" clId="{1B4D901A-C564-4F46-A35A-3A5217824CC2}" dt="2026-01-15T10:41:34.039" v="1141" actId="478"/>
          <ac:picMkLst>
            <pc:docMk/>
            <pc:sldMk cId="773792551" sldId="259"/>
            <ac:picMk id="10" creationId="{96E02B8C-CC7E-1D21-F709-4E0C6CD963B2}"/>
          </ac:picMkLst>
        </pc:picChg>
        <pc:picChg chg="add del mod">
          <ac:chgData name="Daniele Congiusti" userId="c88fb9be-8474-4256-ab2a-d4535eda7527" providerId="ADAL" clId="{1B4D901A-C564-4F46-A35A-3A5217824CC2}" dt="2026-01-15T10:42:04.257" v="1145" actId="478"/>
          <ac:picMkLst>
            <pc:docMk/>
            <pc:sldMk cId="773792551" sldId="259"/>
            <ac:picMk id="12" creationId="{C288286D-8327-DF5A-339F-5F78B1869035}"/>
          </ac:picMkLst>
        </pc:picChg>
        <pc:picChg chg="add del mod">
          <ac:chgData name="Daniele Congiusti" userId="c88fb9be-8474-4256-ab2a-d4535eda7527" providerId="ADAL" clId="{1B4D901A-C564-4F46-A35A-3A5217824CC2}" dt="2026-01-15T10:43:06.641" v="1152" actId="478"/>
          <ac:picMkLst>
            <pc:docMk/>
            <pc:sldMk cId="773792551" sldId="259"/>
            <ac:picMk id="14" creationId="{1D844BAA-BA79-A2CC-2E10-BB4793DE9F4C}"/>
          </ac:picMkLst>
        </pc:picChg>
        <pc:picChg chg="add del mod">
          <ac:chgData name="Daniele Congiusti" userId="c88fb9be-8474-4256-ab2a-d4535eda7527" providerId="ADAL" clId="{1B4D901A-C564-4F46-A35A-3A5217824CC2}" dt="2026-01-15T10:43:29.734" v="1154" actId="478"/>
          <ac:picMkLst>
            <pc:docMk/>
            <pc:sldMk cId="773792551" sldId="259"/>
            <ac:picMk id="16" creationId="{1C8E4B64-2E5B-DF8F-DB21-E7624587ED9F}"/>
          </ac:picMkLst>
        </pc:picChg>
        <pc:picChg chg="add del mod">
          <ac:chgData name="Daniele Congiusti" userId="c88fb9be-8474-4256-ab2a-d4535eda7527" providerId="ADAL" clId="{1B4D901A-C564-4F46-A35A-3A5217824CC2}" dt="2026-01-15T10:46:30.228" v="1162" actId="478"/>
          <ac:picMkLst>
            <pc:docMk/>
            <pc:sldMk cId="773792551" sldId="259"/>
            <ac:picMk id="18" creationId="{16BF0CB8-F950-3630-3221-27261CB0544B}"/>
          </ac:picMkLst>
        </pc:picChg>
        <pc:picChg chg="add mod">
          <ac:chgData name="Daniele Congiusti" userId="c88fb9be-8474-4256-ab2a-d4535eda7527" providerId="ADAL" clId="{1B4D901A-C564-4F46-A35A-3A5217824CC2}" dt="2026-01-15T10:46:43.197" v="1168" actId="1076"/>
          <ac:picMkLst>
            <pc:docMk/>
            <pc:sldMk cId="773792551" sldId="259"/>
            <ac:picMk id="20" creationId="{17ED0844-57F3-E633-ABBD-E7DB3E04615D}"/>
          </ac:picMkLst>
        </pc:picChg>
      </pc:sldChg>
      <pc:sldChg chg="addSp delSp modSp mod">
        <pc:chgData name="Daniele Congiusti" userId="c88fb9be-8474-4256-ab2a-d4535eda7527" providerId="ADAL" clId="{1B4D901A-C564-4F46-A35A-3A5217824CC2}" dt="2026-01-15T10:00:19.847" v="18" actId="478"/>
        <pc:sldMkLst>
          <pc:docMk/>
          <pc:sldMk cId="710998634" sldId="263"/>
        </pc:sldMkLst>
        <pc:spChg chg="add del">
          <ac:chgData name="Daniele Congiusti" userId="c88fb9be-8474-4256-ab2a-d4535eda7527" providerId="ADAL" clId="{1B4D901A-C564-4F46-A35A-3A5217824CC2}" dt="2026-01-15T10:00:11.659" v="14" actId="478"/>
          <ac:spMkLst>
            <pc:docMk/>
            <pc:sldMk cId="710998634" sldId="263"/>
            <ac:spMk id="2" creationId="{E11D8A20-7DC5-3042-A86D-62CF3361ACA7}"/>
          </ac:spMkLst>
        </pc:spChg>
        <pc:spChg chg="del">
          <ac:chgData name="Daniele Congiusti" userId="c88fb9be-8474-4256-ab2a-d4535eda7527" providerId="ADAL" clId="{1B4D901A-C564-4F46-A35A-3A5217824CC2}" dt="2026-01-15T10:00:19.847" v="18" actId="478"/>
          <ac:spMkLst>
            <pc:docMk/>
            <pc:sldMk cId="710998634" sldId="263"/>
            <ac:spMk id="3" creationId="{391F4034-971B-8A4B-888B-5902E8333D6B}"/>
          </ac:spMkLst>
        </pc:spChg>
        <pc:spChg chg="add del mod">
          <ac:chgData name="Daniele Congiusti" userId="c88fb9be-8474-4256-ab2a-d4535eda7527" providerId="ADAL" clId="{1B4D901A-C564-4F46-A35A-3A5217824CC2}" dt="2026-01-15T10:00:17.779" v="17" actId="478"/>
          <ac:spMkLst>
            <pc:docMk/>
            <pc:sldMk cId="710998634" sldId="263"/>
            <ac:spMk id="4" creationId="{E6838742-8AB1-56D2-4D93-D05AF8083B0B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5" creationId="{1713CA6F-300A-54AF-5EDC-0BB8D182914E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6" creationId="{AF12C666-1CA4-840E-1752-FD0456FDA17A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7" creationId="{394C21FB-0704-F778-12DB-C7DAD23DDAB4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8" creationId="{33B46981-7C66-9FAC-6EDC-8B45CF9E10FA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9" creationId="{642DBB18-4658-1D27-201E-B9859CC62153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10" creationId="{5F4D8F62-56DD-ACAB-6D9C-DA00FF962236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14" creationId="{6C5ED6F5-D202-0AE4-DF61-CA512B0C4D88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15" creationId="{FE71AE73-123C-0BE2-3322-861881ADD0E0}"/>
          </ac:spMkLst>
        </pc:spChg>
        <pc:spChg chg="add mod">
          <ac:chgData name="Daniele Congiusti" userId="c88fb9be-8474-4256-ab2a-d4535eda7527" providerId="ADAL" clId="{1B4D901A-C564-4F46-A35A-3A5217824CC2}" dt="2026-01-15T10:00:07.105" v="12"/>
          <ac:spMkLst>
            <pc:docMk/>
            <pc:sldMk cId="710998634" sldId="263"/>
            <ac:spMk id="16" creationId="{AFB040E8-3D5B-9F5F-D302-DB2B74A33471}"/>
          </ac:spMkLst>
        </pc:spChg>
        <pc:spChg chg="add del mod">
          <ac:chgData name="Daniele Congiusti" userId="c88fb9be-8474-4256-ab2a-d4535eda7527" providerId="ADAL" clId="{1B4D901A-C564-4F46-A35A-3A5217824CC2}" dt="2026-01-15T10:00:11.659" v="14" actId="478"/>
          <ac:spMkLst>
            <pc:docMk/>
            <pc:sldMk cId="710998634" sldId="263"/>
            <ac:spMk id="18" creationId="{2F6B2FE0-DA57-49D7-9CDF-495DC912F423}"/>
          </ac:spMkLst>
        </pc:spChg>
      </pc:sldChg>
      <pc:sldChg chg="modSp">
        <pc:chgData name="Daniele Congiusti" userId="c88fb9be-8474-4256-ab2a-d4535eda7527" providerId="ADAL" clId="{1B4D901A-C564-4F46-A35A-3A5217824CC2}" dt="2026-01-15T09:59:49.624" v="11"/>
        <pc:sldMkLst>
          <pc:docMk/>
          <pc:sldMk cId="1783018822" sldId="265"/>
        </pc:sldMkLst>
        <pc:spChg chg="mod">
          <ac:chgData name="Daniele Congiusti" userId="c88fb9be-8474-4256-ab2a-d4535eda7527" providerId="ADAL" clId="{1B4D901A-C564-4F46-A35A-3A5217824CC2}" dt="2026-01-15T09:59:49.624" v="11"/>
          <ac:spMkLst>
            <pc:docMk/>
            <pc:sldMk cId="1783018822" sldId="265"/>
            <ac:spMk id="3" creationId="{7CD447AC-3C5D-187B-1286-5CBD0F1817A2}"/>
          </ac:spMkLst>
        </pc:spChg>
      </pc:sldChg>
      <pc:sldChg chg="addSp delSp modSp mod">
        <pc:chgData name="Daniele Congiusti" userId="c88fb9be-8474-4256-ab2a-d4535eda7527" providerId="ADAL" clId="{1B4D901A-C564-4F46-A35A-3A5217824CC2}" dt="2026-01-15T14:27:43.584" v="3705" actId="1076"/>
        <pc:sldMkLst>
          <pc:docMk/>
          <pc:sldMk cId="3069951965" sldId="277"/>
        </pc:sldMkLst>
        <pc:spChg chg="del mod">
          <ac:chgData name="Daniele Congiusti" userId="c88fb9be-8474-4256-ab2a-d4535eda7527" providerId="ADAL" clId="{1B4D901A-C564-4F46-A35A-3A5217824CC2}" dt="2026-01-15T12:21:51.977" v="3329" actId="478"/>
          <ac:spMkLst>
            <pc:docMk/>
            <pc:sldMk cId="3069951965" sldId="277"/>
            <ac:spMk id="3" creationId="{8E7B42B9-8132-917C-4721-49C04488E7B5}"/>
          </ac:spMkLst>
        </pc:spChg>
        <pc:spChg chg="add mod">
          <ac:chgData name="Daniele Congiusti" userId="c88fb9be-8474-4256-ab2a-d4535eda7527" providerId="ADAL" clId="{1B4D901A-C564-4F46-A35A-3A5217824CC2}" dt="2026-01-15T12:25:45.804" v="3603" actId="20577"/>
          <ac:spMkLst>
            <pc:docMk/>
            <pc:sldMk cId="3069951965" sldId="277"/>
            <ac:spMk id="4" creationId="{247C5D50-BEBE-CD42-EB63-4259BC75F332}"/>
          </ac:spMkLst>
        </pc:spChg>
        <pc:picChg chg="add mod">
          <ac:chgData name="Daniele Congiusti" userId="c88fb9be-8474-4256-ab2a-d4535eda7527" providerId="ADAL" clId="{1B4D901A-C564-4F46-A35A-3A5217824CC2}" dt="2026-01-15T14:27:43.584" v="3705" actId="1076"/>
          <ac:picMkLst>
            <pc:docMk/>
            <pc:sldMk cId="3069951965" sldId="277"/>
            <ac:picMk id="3" creationId="{E9290201-B2E3-6820-05EB-81657A8EBD69}"/>
          </ac:picMkLst>
        </pc:picChg>
        <pc:picChg chg="add mod">
          <ac:chgData name="Daniele Congiusti" userId="c88fb9be-8474-4256-ab2a-d4535eda7527" providerId="ADAL" clId="{1B4D901A-C564-4F46-A35A-3A5217824CC2}" dt="2026-01-15T12:27:17.866" v="3608" actId="1076"/>
          <ac:picMkLst>
            <pc:docMk/>
            <pc:sldMk cId="3069951965" sldId="277"/>
            <ac:picMk id="6" creationId="{1F11A84A-6B3F-225C-D657-0DCB3B8121DF}"/>
          </ac:picMkLst>
        </pc:picChg>
      </pc:sldChg>
      <pc:sldChg chg="addSp delSp modSp mod">
        <pc:chgData name="Daniele Congiusti" userId="c88fb9be-8474-4256-ab2a-d4535eda7527" providerId="ADAL" clId="{1B4D901A-C564-4F46-A35A-3A5217824CC2}" dt="2026-01-15T14:37:35.126" v="3753" actId="1076"/>
        <pc:sldMkLst>
          <pc:docMk/>
          <pc:sldMk cId="435130735" sldId="280"/>
        </pc:sldMkLst>
        <pc:spChg chg="del mod">
          <ac:chgData name="Daniele Congiusti" userId="c88fb9be-8474-4256-ab2a-d4535eda7527" providerId="ADAL" clId="{1B4D901A-C564-4F46-A35A-3A5217824CC2}" dt="2026-01-15T14:12:56.821" v="3630"/>
          <ac:spMkLst>
            <pc:docMk/>
            <pc:sldMk cId="435130735" sldId="280"/>
            <ac:spMk id="3" creationId="{4E5F6E1B-AF1B-3BA4-A49E-E24AFB1B272A}"/>
          </ac:spMkLst>
        </pc:spChg>
        <pc:spChg chg="add mod">
          <ac:chgData name="Daniele Congiusti" userId="c88fb9be-8474-4256-ab2a-d4535eda7527" providerId="ADAL" clId="{1B4D901A-C564-4F46-A35A-3A5217824CC2}" dt="2026-01-15T14:34:07.907" v="3749" actId="1076"/>
          <ac:spMkLst>
            <pc:docMk/>
            <pc:sldMk cId="435130735" sldId="280"/>
            <ac:spMk id="4" creationId="{0E4FC075-5408-9EDD-71C1-CD7109A9F4C7}"/>
          </ac:spMkLst>
        </pc:spChg>
        <pc:picChg chg="add mod">
          <ac:chgData name="Daniele Congiusti" userId="c88fb9be-8474-4256-ab2a-d4535eda7527" providerId="ADAL" clId="{1B4D901A-C564-4F46-A35A-3A5217824CC2}" dt="2026-01-15T14:37:35.126" v="3753" actId="1076"/>
          <ac:picMkLst>
            <pc:docMk/>
            <pc:sldMk cId="435130735" sldId="280"/>
            <ac:picMk id="6" creationId="{D63112AE-EBD3-6098-B6C6-8375D8D983AC}"/>
          </ac:picMkLst>
        </pc:picChg>
      </pc:sldChg>
      <pc:sldChg chg="addSp modSp mod">
        <pc:chgData name="Daniele Congiusti" userId="c88fb9be-8474-4256-ab2a-d4535eda7527" providerId="ADAL" clId="{1B4D901A-C564-4F46-A35A-3A5217824CC2}" dt="2026-01-15T10:07:42.495" v="103" actId="20577"/>
        <pc:sldMkLst>
          <pc:docMk/>
          <pc:sldMk cId="1315377937" sldId="282"/>
        </pc:sldMkLst>
        <pc:spChg chg="mod">
          <ac:chgData name="Daniele Congiusti" userId="c88fb9be-8474-4256-ab2a-d4535eda7527" providerId="ADAL" clId="{1B4D901A-C564-4F46-A35A-3A5217824CC2}" dt="2026-01-15T10:07:42.495" v="103" actId="20577"/>
          <ac:spMkLst>
            <pc:docMk/>
            <pc:sldMk cId="1315377937" sldId="282"/>
            <ac:spMk id="3" creationId="{4F4694F3-C5B7-4209-CD77-0F0FFF30ECFC}"/>
          </ac:spMkLst>
        </pc:spChg>
        <pc:spChg chg="add mod">
          <ac:chgData name="Daniele Congiusti" userId="c88fb9be-8474-4256-ab2a-d4535eda7527" providerId="ADAL" clId="{1B4D901A-C564-4F46-A35A-3A5217824CC2}" dt="2026-01-15T10:06:47.774" v="94" actId="1076"/>
          <ac:spMkLst>
            <pc:docMk/>
            <pc:sldMk cId="1315377937" sldId="282"/>
            <ac:spMk id="6" creationId="{0AE67FB2-5308-6614-B06A-E7F09ED61ACE}"/>
          </ac:spMkLst>
        </pc:spChg>
        <pc:picChg chg="add mod">
          <ac:chgData name="Daniele Congiusti" userId="c88fb9be-8474-4256-ab2a-d4535eda7527" providerId="ADAL" clId="{1B4D901A-C564-4F46-A35A-3A5217824CC2}" dt="2026-01-15T10:06:09.018" v="65" actId="1076"/>
          <ac:picMkLst>
            <pc:docMk/>
            <pc:sldMk cId="1315377937" sldId="282"/>
            <ac:picMk id="5" creationId="{0684AB8B-F553-A609-0BA9-6850ECAC4041}"/>
          </ac:picMkLst>
        </pc:picChg>
      </pc:sldChg>
      <pc:sldChg chg="addSp delSp modSp mod">
        <pc:chgData name="Daniele Congiusti" userId="c88fb9be-8474-4256-ab2a-d4535eda7527" providerId="ADAL" clId="{1B4D901A-C564-4F46-A35A-3A5217824CC2}" dt="2026-01-15T14:28:07.005" v="3707" actId="1076"/>
        <pc:sldMkLst>
          <pc:docMk/>
          <pc:sldMk cId="3649093865" sldId="283"/>
        </pc:sldMkLst>
        <pc:spChg chg="del mod">
          <ac:chgData name="Daniele Congiusti" userId="c88fb9be-8474-4256-ab2a-d4535eda7527" providerId="ADAL" clId="{1B4D901A-C564-4F46-A35A-3A5217824CC2}" dt="2026-01-15T10:51:08.851" v="1174"/>
          <ac:spMkLst>
            <pc:docMk/>
            <pc:sldMk cId="3649093865" sldId="283"/>
            <ac:spMk id="3" creationId="{99CD5EA7-DADF-8F5F-983F-8EC3AFB0D127}"/>
          </ac:spMkLst>
        </pc:spChg>
        <pc:spChg chg="add mod">
          <ac:chgData name="Daniele Congiusti" userId="c88fb9be-8474-4256-ab2a-d4535eda7527" providerId="ADAL" clId="{1B4D901A-C564-4F46-A35A-3A5217824CC2}" dt="2026-01-15T14:22:02.663" v="3679" actId="1076"/>
          <ac:spMkLst>
            <pc:docMk/>
            <pc:sldMk cId="3649093865" sldId="283"/>
            <ac:spMk id="4" creationId="{3A47A49D-B48E-3DF0-D5D4-D3DBA48884EA}"/>
          </ac:spMkLst>
        </pc:spChg>
        <pc:spChg chg="del">
          <ac:chgData name="Daniele Congiusti" userId="c88fb9be-8474-4256-ab2a-d4535eda7527" providerId="ADAL" clId="{1B4D901A-C564-4F46-A35A-3A5217824CC2}" dt="2026-01-15T10:50:57.314" v="1170" actId="478"/>
          <ac:spMkLst>
            <pc:docMk/>
            <pc:sldMk cId="3649093865" sldId="283"/>
            <ac:spMk id="5" creationId="{C377700C-EB75-335A-8314-A186981BCD94}"/>
          </ac:spMkLst>
        </pc:spChg>
        <pc:spChg chg="del">
          <ac:chgData name="Daniele Congiusti" userId="c88fb9be-8474-4256-ab2a-d4535eda7527" providerId="ADAL" clId="{1B4D901A-C564-4F46-A35A-3A5217824CC2}" dt="2026-01-15T10:51:00.210" v="1171" actId="478"/>
          <ac:spMkLst>
            <pc:docMk/>
            <pc:sldMk cId="3649093865" sldId="283"/>
            <ac:spMk id="6" creationId="{467C1985-E752-B6A8-CACD-1509D391E925}"/>
          </ac:spMkLst>
        </pc:spChg>
        <pc:spChg chg="add del mod">
          <ac:chgData name="Daniele Congiusti" userId="c88fb9be-8474-4256-ab2a-d4535eda7527" providerId="ADAL" clId="{1B4D901A-C564-4F46-A35A-3A5217824CC2}" dt="2026-01-15T10:59:39.292" v="1517"/>
          <ac:spMkLst>
            <pc:docMk/>
            <pc:sldMk cId="3649093865" sldId="283"/>
            <ac:spMk id="7" creationId="{B66BD94C-B27F-9DB8-54C7-DB1AC0EF9801}"/>
          </ac:spMkLst>
        </pc:spChg>
        <pc:spChg chg="add mod">
          <ac:chgData name="Daniele Congiusti" userId="c88fb9be-8474-4256-ab2a-d4535eda7527" providerId="ADAL" clId="{1B4D901A-C564-4F46-A35A-3A5217824CC2}" dt="2026-01-15T14:21:59.670" v="3678" actId="1076"/>
          <ac:spMkLst>
            <pc:docMk/>
            <pc:sldMk cId="3649093865" sldId="283"/>
            <ac:spMk id="8" creationId="{4A4195EC-734C-FC0F-4292-46D9AB76BCD2}"/>
          </ac:spMkLst>
        </pc:spChg>
        <pc:spChg chg="add mod">
          <ac:chgData name="Daniele Congiusti" userId="c88fb9be-8474-4256-ab2a-d4535eda7527" providerId="ADAL" clId="{1B4D901A-C564-4F46-A35A-3A5217824CC2}" dt="2026-01-15T11:20:43.448" v="1713" actId="1076"/>
          <ac:spMkLst>
            <pc:docMk/>
            <pc:sldMk cId="3649093865" sldId="283"/>
            <ac:spMk id="11" creationId="{3C3894B6-B64A-F0E6-1713-D06841789405}"/>
          </ac:spMkLst>
        </pc:spChg>
        <pc:spChg chg="add mod">
          <ac:chgData name="Daniele Congiusti" userId="c88fb9be-8474-4256-ab2a-d4535eda7527" providerId="ADAL" clId="{1B4D901A-C564-4F46-A35A-3A5217824CC2}" dt="2026-01-15T11:20:56.621" v="1720" actId="1076"/>
          <ac:spMkLst>
            <pc:docMk/>
            <pc:sldMk cId="3649093865" sldId="283"/>
            <ac:spMk id="12" creationId="{F00D9714-BE11-F57D-2668-D1BB6FC3A088}"/>
          </ac:spMkLst>
        </pc:spChg>
        <pc:spChg chg="add mod">
          <ac:chgData name="Daniele Congiusti" userId="c88fb9be-8474-4256-ab2a-d4535eda7527" providerId="ADAL" clId="{1B4D901A-C564-4F46-A35A-3A5217824CC2}" dt="2026-01-15T11:21:16.162" v="1731" actId="1076"/>
          <ac:spMkLst>
            <pc:docMk/>
            <pc:sldMk cId="3649093865" sldId="283"/>
            <ac:spMk id="13" creationId="{A2D1F657-EC8F-55EF-DDC2-1E8767545836}"/>
          </ac:spMkLst>
        </pc:spChg>
        <pc:spChg chg="add mod">
          <ac:chgData name="Daniele Congiusti" userId="c88fb9be-8474-4256-ab2a-d4535eda7527" providerId="ADAL" clId="{1B4D901A-C564-4F46-A35A-3A5217824CC2}" dt="2026-01-15T11:21:28.436" v="1738" actId="1076"/>
          <ac:spMkLst>
            <pc:docMk/>
            <pc:sldMk cId="3649093865" sldId="283"/>
            <ac:spMk id="14" creationId="{81627C6C-24CF-F578-C4BB-9DFC29685F4A}"/>
          </ac:spMkLst>
        </pc:spChg>
        <pc:picChg chg="add mod">
          <ac:chgData name="Daniele Congiusti" userId="c88fb9be-8474-4256-ab2a-d4535eda7527" providerId="ADAL" clId="{1B4D901A-C564-4F46-A35A-3A5217824CC2}" dt="2026-01-15T14:28:07.005" v="3707" actId="1076"/>
          <ac:picMkLst>
            <pc:docMk/>
            <pc:sldMk cId="3649093865" sldId="283"/>
            <ac:picMk id="5" creationId="{2B208220-92FE-25B8-795A-CB8E429F9868}"/>
          </ac:picMkLst>
        </pc:picChg>
        <pc:picChg chg="add mod modCrop">
          <ac:chgData name="Daniele Congiusti" userId="c88fb9be-8474-4256-ab2a-d4535eda7527" providerId="ADAL" clId="{1B4D901A-C564-4F46-A35A-3A5217824CC2}" dt="2026-01-15T14:21:53.799" v="3677" actId="1076"/>
          <ac:picMkLst>
            <pc:docMk/>
            <pc:sldMk cId="3649093865" sldId="283"/>
            <ac:picMk id="10" creationId="{63286ED0-56A8-8A91-F79E-1538D455FF59}"/>
          </ac:picMkLst>
        </pc:picChg>
      </pc:sldChg>
      <pc:sldChg chg="modSp del mod modShow">
        <pc:chgData name="Daniele Congiusti" userId="c88fb9be-8474-4256-ab2a-d4535eda7527" providerId="ADAL" clId="{1B4D901A-C564-4F46-A35A-3A5217824CC2}" dt="2026-01-15T14:08:54.588" v="3609" actId="2696"/>
        <pc:sldMkLst>
          <pc:docMk/>
          <pc:sldMk cId="3469616717" sldId="285"/>
        </pc:sldMkLst>
        <pc:spChg chg="mod">
          <ac:chgData name="Daniele Congiusti" userId="c88fb9be-8474-4256-ab2a-d4535eda7527" providerId="ADAL" clId="{1B4D901A-C564-4F46-A35A-3A5217824CC2}" dt="2026-01-15T09:25:33.382" v="9" actId="20577"/>
          <ac:spMkLst>
            <pc:docMk/>
            <pc:sldMk cId="3469616717" sldId="285"/>
            <ac:spMk id="2" creationId="{06A0B878-DA7C-D745-A239-5EFC6080004A}"/>
          </ac:spMkLst>
        </pc:spChg>
      </pc:sldChg>
      <pc:sldChg chg="new del">
        <pc:chgData name="Daniele Congiusti" userId="c88fb9be-8474-4256-ab2a-d4535eda7527" providerId="ADAL" clId="{1B4D901A-C564-4F46-A35A-3A5217824CC2}" dt="2026-01-15T10:04:37.264" v="55" actId="47"/>
        <pc:sldMkLst>
          <pc:docMk/>
          <pc:sldMk cId="545654412" sldId="286"/>
        </pc:sldMkLst>
      </pc:sldChg>
      <pc:sldChg chg="addSp modSp add mod">
        <pc:chgData name="Daniele Congiusti" userId="c88fb9be-8474-4256-ab2a-d4535eda7527" providerId="ADAL" clId="{1B4D901A-C564-4F46-A35A-3A5217824CC2}" dt="2026-01-15T10:10:48.673" v="285" actId="20577"/>
        <pc:sldMkLst>
          <pc:docMk/>
          <pc:sldMk cId="2671215626" sldId="286"/>
        </pc:sldMkLst>
        <pc:spChg chg="mod">
          <ac:chgData name="Daniele Congiusti" userId="c88fb9be-8474-4256-ab2a-d4535eda7527" providerId="ADAL" clId="{1B4D901A-C564-4F46-A35A-3A5217824CC2}" dt="2026-01-15T10:09:58.279" v="215" actId="20577"/>
          <ac:spMkLst>
            <pc:docMk/>
            <pc:sldMk cId="2671215626" sldId="286"/>
            <ac:spMk id="3" creationId="{DFD57424-07AC-598D-5991-809B648B4C84}"/>
          </ac:spMkLst>
        </pc:spChg>
        <pc:spChg chg="add mod">
          <ac:chgData name="Daniele Congiusti" userId="c88fb9be-8474-4256-ab2a-d4535eda7527" providerId="ADAL" clId="{1B4D901A-C564-4F46-A35A-3A5217824CC2}" dt="2026-01-15T10:10:48.673" v="285" actId="20577"/>
          <ac:spMkLst>
            <pc:docMk/>
            <pc:sldMk cId="2671215626" sldId="286"/>
            <ac:spMk id="6" creationId="{ACE958E3-7480-CB05-6717-DC16CE5626A0}"/>
          </ac:spMkLst>
        </pc:spChg>
        <pc:picChg chg="add mod">
          <ac:chgData name="Daniele Congiusti" userId="c88fb9be-8474-4256-ab2a-d4535eda7527" providerId="ADAL" clId="{1B4D901A-C564-4F46-A35A-3A5217824CC2}" dt="2026-01-15T10:10:13.393" v="220" actId="1076"/>
          <ac:picMkLst>
            <pc:docMk/>
            <pc:sldMk cId="2671215626" sldId="286"/>
            <ac:picMk id="5" creationId="{FB95C403-CBCD-BEBD-C453-E942C5A7C851}"/>
          </ac:picMkLst>
        </pc:picChg>
      </pc:sldChg>
      <pc:sldChg chg="addSp modSp add mod">
        <pc:chgData name="Daniele Congiusti" userId="c88fb9be-8474-4256-ab2a-d4535eda7527" providerId="ADAL" clId="{1B4D901A-C564-4F46-A35A-3A5217824CC2}" dt="2026-01-15T10:09:28.025" v="214" actId="20577"/>
        <pc:sldMkLst>
          <pc:docMk/>
          <pc:sldMk cId="183916347" sldId="287"/>
        </pc:sldMkLst>
        <pc:spChg chg="mod">
          <ac:chgData name="Daniele Congiusti" userId="c88fb9be-8474-4256-ab2a-d4535eda7527" providerId="ADAL" clId="{1B4D901A-C564-4F46-A35A-3A5217824CC2}" dt="2026-01-15T10:07:48.005" v="105" actId="20577"/>
          <ac:spMkLst>
            <pc:docMk/>
            <pc:sldMk cId="183916347" sldId="287"/>
            <ac:spMk id="3" creationId="{EBA53B7E-3048-6AB2-DB65-69CD616F88CC}"/>
          </ac:spMkLst>
        </pc:spChg>
        <pc:spChg chg="add mod">
          <ac:chgData name="Daniele Congiusti" userId="c88fb9be-8474-4256-ab2a-d4535eda7527" providerId="ADAL" clId="{1B4D901A-C564-4F46-A35A-3A5217824CC2}" dt="2026-01-15T10:09:28.025" v="214" actId="20577"/>
          <ac:spMkLst>
            <pc:docMk/>
            <pc:sldMk cId="183916347" sldId="287"/>
            <ac:spMk id="6" creationId="{02F8C274-013E-E431-A47D-6A5C1D935759}"/>
          </ac:spMkLst>
        </pc:spChg>
        <pc:picChg chg="add mod">
          <ac:chgData name="Daniele Congiusti" userId="c88fb9be-8474-4256-ab2a-d4535eda7527" providerId="ADAL" clId="{1B4D901A-C564-4F46-A35A-3A5217824CC2}" dt="2026-01-15T10:07:34.967" v="99" actId="1076"/>
          <ac:picMkLst>
            <pc:docMk/>
            <pc:sldMk cId="183916347" sldId="287"/>
            <ac:picMk id="5" creationId="{D80F7137-7769-9B4B-9DC3-40B555A74DFD}"/>
          </ac:picMkLst>
        </pc:picChg>
      </pc:sldChg>
      <pc:sldChg chg="new del">
        <pc:chgData name="Daniele Congiusti" userId="c88fb9be-8474-4256-ab2a-d4535eda7527" providerId="ADAL" clId="{1B4D901A-C564-4F46-A35A-3A5217824CC2}" dt="2026-01-15T10:04:39.229" v="56" actId="47"/>
        <pc:sldMkLst>
          <pc:docMk/>
          <pc:sldMk cId="603711698" sldId="287"/>
        </pc:sldMkLst>
      </pc:sldChg>
      <pc:sldChg chg="addSp delSp modSp add mod">
        <pc:chgData name="Daniele Congiusti" userId="c88fb9be-8474-4256-ab2a-d4535eda7527" providerId="ADAL" clId="{1B4D901A-C564-4F46-A35A-3A5217824CC2}" dt="2026-01-15T10:11:54.015" v="349" actId="1076"/>
        <pc:sldMkLst>
          <pc:docMk/>
          <pc:sldMk cId="699299103" sldId="288"/>
        </pc:sldMkLst>
        <pc:spChg chg="add mod">
          <ac:chgData name="Daniele Congiusti" userId="c88fb9be-8474-4256-ab2a-d4535eda7527" providerId="ADAL" clId="{1B4D901A-C564-4F46-A35A-3A5217824CC2}" dt="2026-01-15T10:11:54.015" v="349" actId="1076"/>
          <ac:spMkLst>
            <pc:docMk/>
            <pc:sldMk cId="699299103" sldId="288"/>
            <ac:spMk id="7" creationId="{68ADB239-DCF5-B98E-A8DA-18922034C13F}"/>
          </ac:spMkLst>
        </pc:spChg>
        <pc:picChg chg="del">
          <ac:chgData name="Daniele Congiusti" userId="c88fb9be-8474-4256-ab2a-d4535eda7527" providerId="ADAL" clId="{1B4D901A-C564-4F46-A35A-3A5217824CC2}" dt="2026-01-15T10:10:54.229" v="286" actId="478"/>
          <ac:picMkLst>
            <pc:docMk/>
            <pc:sldMk cId="699299103" sldId="288"/>
            <ac:picMk id="5" creationId="{4F68FFC9-FA18-DA6C-1DB3-4EFBC43848D3}"/>
          </ac:picMkLst>
        </pc:picChg>
        <pc:picChg chg="add mod">
          <ac:chgData name="Daniele Congiusti" userId="c88fb9be-8474-4256-ab2a-d4535eda7527" providerId="ADAL" clId="{1B4D901A-C564-4F46-A35A-3A5217824CC2}" dt="2026-01-15T10:11:12.602" v="292" actId="1076"/>
          <ac:picMkLst>
            <pc:docMk/>
            <pc:sldMk cId="699299103" sldId="288"/>
            <ac:picMk id="6" creationId="{97ACE3A6-0038-C496-F2CF-E075C91F5E62}"/>
          </ac:picMkLst>
        </pc:picChg>
      </pc:sldChg>
      <pc:sldChg chg="addSp delSp modSp add mod">
        <pc:chgData name="Daniele Congiusti" userId="c88fb9be-8474-4256-ab2a-d4535eda7527" providerId="ADAL" clId="{1B4D901A-C564-4F46-A35A-3A5217824CC2}" dt="2026-01-15T10:16:46.015" v="513" actId="20577"/>
        <pc:sldMkLst>
          <pc:docMk/>
          <pc:sldMk cId="511549179" sldId="289"/>
        </pc:sldMkLst>
        <pc:spChg chg="del">
          <ac:chgData name="Daniele Congiusti" userId="c88fb9be-8474-4256-ab2a-d4535eda7527" providerId="ADAL" clId="{1B4D901A-C564-4F46-A35A-3A5217824CC2}" dt="2026-01-15T10:12:19.763" v="354" actId="478"/>
          <ac:spMkLst>
            <pc:docMk/>
            <pc:sldMk cId="511549179" sldId="289"/>
            <ac:spMk id="3" creationId="{5DC5C0CE-23C9-27A9-C5E6-EEB4DB2EC9D7}"/>
          </ac:spMkLst>
        </pc:spChg>
        <pc:spChg chg="del mod">
          <ac:chgData name="Daniele Congiusti" userId="c88fb9be-8474-4256-ab2a-d4535eda7527" providerId="ADAL" clId="{1B4D901A-C564-4F46-A35A-3A5217824CC2}" dt="2026-01-15T10:12:14.892" v="353" actId="478"/>
          <ac:spMkLst>
            <pc:docMk/>
            <pc:sldMk cId="511549179" sldId="289"/>
            <ac:spMk id="7" creationId="{82E21140-01AB-795F-74B9-B16C7019F2A5}"/>
          </ac:spMkLst>
        </pc:spChg>
        <pc:spChg chg="add mod">
          <ac:chgData name="Daniele Congiusti" userId="c88fb9be-8474-4256-ab2a-d4535eda7527" providerId="ADAL" clId="{1B4D901A-C564-4F46-A35A-3A5217824CC2}" dt="2026-01-15T10:15:25.997" v="493" actId="1076"/>
          <ac:spMkLst>
            <pc:docMk/>
            <pc:sldMk cId="511549179" sldId="289"/>
            <ac:spMk id="8" creationId="{4E0871FD-F300-1F37-AC6C-4C601292417E}"/>
          </ac:spMkLst>
        </pc:spChg>
        <pc:spChg chg="add mod">
          <ac:chgData name="Daniele Congiusti" userId="c88fb9be-8474-4256-ab2a-d4535eda7527" providerId="ADAL" clId="{1B4D901A-C564-4F46-A35A-3A5217824CC2}" dt="2026-01-15T10:16:46.015" v="513" actId="20577"/>
          <ac:spMkLst>
            <pc:docMk/>
            <pc:sldMk cId="511549179" sldId="289"/>
            <ac:spMk id="9" creationId="{59E7EC7F-E061-F072-F794-503B49CF3EAC}"/>
          </ac:spMkLst>
        </pc:spChg>
        <pc:picChg chg="add mod">
          <ac:chgData name="Daniele Congiusti" userId="c88fb9be-8474-4256-ab2a-d4535eda7527" providerId="ADAL" clId="{1B4D901A-C564-4F46-A35A-3A5217824CC2}" dt="2026-01-15T10:15:16.323" v="486" actId="1076"/>
          <ac:picMkLst>
            <pc:docMk/>
            <pc:sldMk cId="511549179" sldId="289"/>
            <ac:picMk id="5" creationId="{875C4AC1-3F6E-87D3-96E1-89654BAFC8E7}"/>
          </ac:picMkLst>
        </pc:picChg>
        <pc:picChg chg="del">
          <ac:chgData name="Daniele Congiusti" userId="c88fb9be-8474-4256-ab2a-d4535eda7527" providerId="ADAL" clId="{1B4D901A-C564-4F46-A35A-3A5217824CC2}" dt="2026-01-15T10:12:10.151" v="351" actId="478"/>
          <ac:picMkLst>
            <pc:docMk/>
            <pc:sldMk cId="511549179" sldId="289"/>
            <ac:picMk id="6" creationId="{C204C687-479C-2465-EFC5-EC95B289A3E4}"/>
          </ac:picMkLst>
        </pc:picChg>
      </pc:sldChg>
      <pc:sldChg chg="addSp delSp modSp add mod">
        <pc:chgData name="Daniele Congiusti" userId="c88fb9be-8474-4256-ab2a-d4535eda7527" providerId="ADAL" clId="{1B4D901A-C564-4F46-A35A-3A5217824CC2}" dt="2026-01-15T10:13:01.298" v="403" actId="20577"/>
        <pc:sldMkLst>
          <pc:docMk/>
          <pc:sldMk cId="2615575983" sldId="290"/>
        </pc:sldMkLst>
        <pc:spChg chg="mod">
          <ac:chgData name="Daniele Congiusti" userId="c88fb9be-8474-4256-ab2a-d4535eda7527" providerId="ADAL" clId="{1B4D901A-C564-4F46-A35A-3A5217824CC2}" dt="2026-01-15T10:13:01.298" v="403" actId="20577"/>
          <ac:spMkLst>
            <pc:docMk/>
            <pc:sldMk cId="2615575983" sldId="290"/>
            <ac:spMk id="6" creationId="{4C6F8D31-1A5C-5803-C6F5-A460D45DB2A9}"/>
          </ac:spMkLst>
        </pc:spChg>
        <pc:picChg chg="del">
          <ac:chgData name="Daniele Congiusti" userId="c88fb9be-8474-4256-ab2a-d4535eda7527" providerId="ADAL" clId="{1B4D901A-C564-4F46-A35A-3A5217824CC2}" dt="2026-01-15T10:12:27.765" v="356" actId="478"/>
          <ac:picMkLst>
            <pc:docMk/>
            <pc:sldMk cId="2615575983" sldId="290"/>
            <ac:picMk id="5" creationId="{922A9445-C1BE-12DA-9DFC-43050C123332}"/>
          </ac:picMkLst>
        </pc:picChg>
        <pc:picChg chg="add mod">
          <ac:chgData name="Daniele Congiusti" userId="c88fb9be-8474-4256-ab2a-d4535eda7527" providerId="ADAL" clId="{1B4D901A-C564-4F46-A35A-3A5217824CC2}" dt="2026-01-15T10:12:42.569" v="361" actId="1076"/>
          <ac:picMkLst>
            <pc:docMk/>
            <pc:sldMk cId="2615575983" sldId="290"/>
            <ac:picMk id="7" creationId="{B78B7B9A-7F04-0DBC-A479-41B54F2CE6A8}"/>
          </ac:picMkLst>
        </pc:picChg>
      </pc:sldChg>
      <pc:sldChg chg="addSp delSp modSp add mod">
        <pc:chgData name="Daniele Congiusti" userId="c88fb9be-8474-4256-ab2a-d4535eda7527" providerId="ADAL" clId="{1B4D901A-C564-4F46-A35A-3A5217824CC2}" dt="2026-01-15T10:14:37.718" v="481" actId="20577"/>
        <pc:sldMkLst>
          <pc:docMk/>
          <pc:sldMk cId="1626907577" sldId="291"/>
        </pc:sldMkLst>
        <pc:spChg chg="mod">
          <ac:chgData name="Daniele Congiusti" userId="c88fb9be-8474-4256-ab2a-d4535eda7527" providerId="ADAL" clId="{1B4D901A-C564-4F46-A35A-3A5217824CC2}" dt="2026-01-15T10:14:37.718" v="481" actId="20577"/>
          <ac:spMkLst>
            <pc:docMk/>
            <pc:sldMk cId="1626907577" sldId="291"/>
            <ac:spMk id="6" creationId="{49A0074F-0624-06AB-D730-19EBA3CDF02F}"/>
          </ac:spMkLst>
        </pc:spChg>
        <pc:picChg chg="del">
          <ac:chgData name="Daniele Congiusti" userId="c88fb9be-8474-4256-ab2a-d4535eda7527" providerId="ADAL" clId="{1B4D901A-C564-4F46-A35A-3A5217824CC2}" dt="2026-01-15T10:13:39.059" v="405" actId="478"/>
          <ac:picMkLst>
            <pc:docMk/>
            <pc:sldMk cId="1626907577" sldId="291"/>
            <ac:picMk id="5" creationId="{A8CB5608-94B8-AE45-1643-15AD9D186F69}"/>
          </ac:picMkLst>
        </pc:picChg>
        <pc:picChg chg="add mod">
          <ac:chgData name="Daniele Congiusti" userId="c88fb9be-8474-4256-ab2a-d4535eda7527" providerId="ADAL" clId="{1B4D901A-C564-4F46-A35A-3A5217824CC2}" dt="2026-01-15T10:13:47.784" v="410" actId="1076"/>
          <ac:picMkLst>
            <pc:docMk/>
            <pc:sldMk cId="1626907577" sldId="291"/>
            <ac:picMk id="7" creationId="{32705596-B9C1-0781-68A4-6C2594797832}"/>
          </ac:picMkLst>
        </pc:picChg>
      </pc:sldChg>
      <pc:sldChg chg="addSp delSp modSp add mod">
        <pc:chgData name="Daniele Congiusti" userId="c88fb9be-8474-4256-ab2a-d4535eda7527" providerId="ADAL" clId="{1B4D901A-C564-4F46-A35A-3A5217824CC2}" dt="2026-01-15T10:17:28.321" v="546" actId="1076"/>
        <pc:sldMkLst>
          <pc:docMk/>
          <pc:sldMk cId="3222595855" sldId="292"/>
        </pc:sldMkLst>
        <pc:spChg chg="mod">
          <ac:chgData name="Daniele Congiusti" userId="c88fb9be-8474-4256-ab2a-d4535eda7527" providerId="ADAL" clId="{1B4D901A-C564-4F46-A35A-3A5217824CC2}" dt="2026-01-15T10:17:22.634" v="545" actId="20577"/>
          <ac:spMkLst>
            <pc:docMk/>
            <pc:sldMk cId="3222595855" sldId="292"/>
            <ac:spMk id="9" creationId="{387F62D5-9A57-8D1D-5E4A-F71073553D3E}"/>
          </ac:spMkLst>
        </pc:spChg>
        <pc:picChg chg="add mod">
          <ac:chgData name="Daniele Congiusti" userId="c88fb9be-8474-4256-ab2a-d4535eda7527" providerId="ADAL" clId="{1B4D901A-C564-4F46-A35A-3A5217824CC2}" dt="2026-01-15T10:17:28.321" v="546" actId="1076"/>
          <ac:picMkLst>
            <pc:docMk/>
            <pc:sldMk cId="3222595855" sldId="292"/>
            <ac:picMk id="4" creationId="{643EC5DE-3436-F2DE-88C0-D06EFA8ACC65}"/>
          </ac:picMkLst>
        </pc:picChg>
        <pc:picChg chg="del">
          <ac:chgData name="Daniele Congiusti" userId="c88fb9be-8474-4256-ab2a-d4535eda7527" providerId="ADAL" clId="{1B4D901A-C564-4F46-A35A-3A5217824CC2}" dt="2026-01-15T10:16:55.536" v="515" actId="478"/>
          <ac:picMkLst>
            <pc:docMk/>
            <pc:sldMk cId="3222595855" sldId="292"/>
            <ac:picMk id="5" creationId="{41852DA4-0769-3373-EB13-9C206FE2904C}"/>
          </ac:picMkLst>
        </pc:picChg>
      </pc:sldChg>
      <pc:sldChg chg="addSp delSp modSp add mod">
        <pc:chgData name="Daniele Congiusti" userId="c88fb9be-8474-4256-ab2a-d4535eda7527" providerId="ADAL" clId="{1B4D901A-C564-4F46-A35A-3A5217824CC2}" dt="2026-01-15T10:17:56.231" v="562" actId="20577"/>
        <pc:sldMkLst>
          <pc:docMk/>
          <pc:sldMk cId="1644928772" sldId="293"/>
        </pc:sldMkLst>
        <pc:spChg chg="mod">
          <ac:chgData name="Daniele Congiusti" userId="c88fb9be-8474-4256-ab2a-d4535eda7527" providerId="ADAL" clId="{1B4D901A-C564-4F46-A35A-3A5217824CC2}" dt="2026-01-15T10:17:56.231" v="562" actId="20577"/>
          <ac:spMkLst>
            <pc:docMk/>
            <pc:sldMk cId="1644928772" sldId="293"/>
            <ac:spMk id="9" creationId="{E2323DFA-8627-FAC4-601C-5D83AE6811A8}"/>
          </ac:spMkLst>
        </pc:spChg>
        <pc:picChg chg="del">
          <ac:chgData name="Daniele Congiusti" userId="c88fb9be-8474-4256-ab2a-d4535eda7527" providerId="ADAL" clId="{1B4D901A-C564-4F46-A35A-3A5217824CC2}" dt="2026-01-15T10:17:41.772" v="548" actId="478"/>
          <ac:picMkLst>
            <pc:docMk/>
            <pc:sldMk cId="1644928772" sldId="293"/>
            <ac:picMk id="4" creationId="{64B3EC12-06E2-9015-7402-ECC441F42B3F}"/>
          </ac:picMkLst>
        </pc:picChg>
        <pc:picChg chg="add mod">
          <ac:chgData name="Daniele Congiusti" userId="c88fb9be-8474-4256-ab2a-d4535eda7527" providerId="ADAL" clId="{1B4D901A-C564-4F46-A35A-3A5217824CC2}" dt="2026-01-15T10:17:51.551" v="553" actId="1076"/>
          <ac:picMkLst>
            <pc:docMk/>
            <pc:sldMk cId="1644928772" sldId="293"/>
            <ac:picMk id="5" creationId="{6D8B0113-D63F-A894-F2C9-4F10C2551AF5}"/>
          </ac:picMkLst>
        </pc:picChg>
      </pc:sldChg>
      <pc:sldChg chg="addSp delSp modSp add mod">
        <pc:chgData name="Daniele Congiusti" userId="c88fb9be-8474-4256-ab2a-d4535eda7527" providerId="ADAL" clId="{1B4D901A-C564-4F46-A35A-3A5217824CC2}" dt="2026-01-15T10:31:16.422" v="1099" actId="20577"/>
        <pc:sldMkLst>
          <pc:docMk/>
          <pc:sldMk cId="2476237043" sldId="294"/>
        </pc:sldMkLst>
        <pc:spChg chg="mod">
          <ac:chgData name="Daniele Congiusti" userId="c88fb9be-8474-4256-ab2a-d4535eda7527" providerId="ADAL" clId="{1B4D901A-C564-4F46-A35A-3A5217824CC2}" dt="2026-01-15T10:23:06.996" v="620" actId="20577"/>
          <ac:spMkLst>
            <pc:docMk/>
            <pc:sldMk cId="2476237043" sldId="294"/>
            <ac:spMk id="2" creationId="{7CD65BEC-2088-DAC1-C75C-884BE8A4C62C}"/>
          </ac:spMkLst>
        </pc:spChg>
        <pc:spChg chg="del mod">
          <ac:chgData name="Daniele Congiusti" userId="c88fb9be-8474-4256-ab2a-d4535eda7527" providerId="ADAL" clId="{1B4D901A-C564-4F46-A35A-3A5217824CC2}" dt="2026-01-15T10:23:08.529" v="622"/>
          <ac:spMkLst>
            <pc:docMk/>
            <pc:sldMk cId="2476237043" sldId="294"/>
            <ac:spMk id="3" creationId="{6CEE5FD7-748A-5EC5-3247-28D808673549}"/>
          </ac:spMkLst>
        </pc:spChg>
        <pc:spChg chg="add mod">
          <ac:chgData name="Daniele Congiusti" userId="c88fb9be-8474-4256-ab2a-d4535eda7527" providerId="ADAL" clId="{1B4D901A-C564-4F46-A35A-3A5217824CC2}" dt="2026-01-15T10:31:16.422" v="1099" actId="20577"/>
          <ac:spMkLst>
            <pc:docMk/>
            <pc:sldMk cId="2476237043" sldId="294"/>
            <ac:spMk id="4" creationId="{8645163A-79C0-3B03-2DE7-5D98FCE5C290}"/>
          </ac:spMkLst>
        </pc:spChg>
        <pc:spChg chg="del">
          <ac:chgData name="Daniele Congiusti" userId="c88fb9be-8474-4256-ab2a-d4535eda7527" providerId="ADAL" clId="{1B4D901A-C564-4F46-A35A-3A5217824CC2}" dt="2026-01-15T10:22:30.326" v="594" actId="478"/>
          <ac:spMkLst>
            <pc:docMk/>
            <pc:sldMk cId="2476237043" sldId="294"/>
            <ac:spMk id="7" creationId="{57B2A194-A531-8E2E-6667-9A5607693296}"/>
          </ac:spMkLst>
        </pc:spChg>
        <pc:spChg chg="del">
          <ac:chgData name="Daniele Congiusti" userId="c88fb9be-8474-4256-ab2a-d4535eda7527" providerId="ADAL" clId="{1B4D901A-C564-4F46-A35A-3A5217824CC2}" dt="2026-01-15T10:22:30.326" v="594" actId="478"/>
          <ac:spMkLst>
            <pc:docMk/>
            <pc:sldMk cId="2476237043" sldId="294"/>
            <ac:spMk id="8" creationId="{DAEBAD8C-3361-4375-110E-D80A8158703A}"/>
          </ac:spMkLst>
        </pc:spChg>
        <pc:picChg chg="del">
          <ac:chgData name="Daniele Congiusti" userId="c88fb9be-8474-4256-ab2a-d4535eda7527" providerId="ADAL" clId="{1B4D901A-C564-4F46-A35A-3A5217824CC2}" dt="2026-01-15T10:28:59.731" v="1076" actId="478"/>
          <ac:picMkLst>
            <pc:docMk/>
            <pc:sldMk cId="2476237043" sldId="294"/>
            <ac:picMk id="5" creationId="{855A564C-493A-AE20-7FDA-3E16C7DAEF9A}"/>
          </ac:picMkLst>
        </pc:picChg>
        <pc:picChg chg="del">
          <ac:chgData name="Daniele Congiusti" userId="c88fb9be-8474-4256-ab2a-d4535eda7527" providerId="ADAL" clId="{1B4D901A-C564-4F46-A35A-3A5217824CC2}" dt="2026-01-15T10:29:02.210" v="1077" actId="478"/>
          <ac:picMkLst>
            <pc:docMk/>
            <pc:sldMk cId="2476237043" sldId="294"/>
            <ac:picMk id="6" creationId="{13DAF74B-C9CB-047A-5BAF-BD8E1526AAD6}"/>
          </ac:picMkLst>
        </pc:picChg>
        <pc:picChg chg="add mod">
          <ac:chgData name="Daniele Congiusti" userId="c88fb9be-8474-4256-ab2a-d4535eda7527" providerId="ADAL" clId="{1B4D901A-C564-4F46-A35A-3A5217824CC2}" dt="2026-01-15T10:30:42.580" v="1091" actId="1076"/>
          <ac:picMkLst>
            <pc:docMk/>
            <pc:sldMk cId="2476237043" sldId="294"/>
            <ac:picMk id="10" creationId="{7A6831C2-E9E7-25A6-1577-E37C3FFB436C}"/>
          </ac:picMkLst>
        </pc:picChg>
        <pc:picChg chg="add mod">
          <ac:chgData name="Daniele Congiusti" userId="c88fb9be-8474-4256-ab2a-d4535eda7527" providerId="ADAL" clId="{1B4D901A-C564-4F46-A35A-3A5217824CC2}" dt="2026-01-15T10:30:39.117" v="1090" actId="1076"/>
          <ac:picMkLst>
            <pc:docMk/>
            <pc:sldMk cId="2476237043" sldId="294"/>
            <ac:picMk id="12" creationId="{10BE990D-15CF-6399-34AB-FDA1212F1AA5}"/>
          </ac:picMkLst>
        </pc:picChg>
      </pc:sldChg>
      <pc:sldChg chg="addSp delSp modSp new mod">
        <pc:chgData name="Daniele Congiusti" userId="c88fb9be-8474-4256-ab2a-d4535eda7527" providerId="ADAL" clId="{1B4D901A-C564-4F46-A35A-3A5217824CC2}" dt="2026-01-15T16:46:58.803" v="3807" actId="1076"/>
        <pc:sldMkLst>
          <pc:docMk/>
          <pc:sldMk cId="2198561157" sldId="295"/>
        </pc:sldMkLst>
        <pc:spChg chg="mod">
          <ac:chgData name="Daniele Congiusti" userId="c88fb9be-8474-4256-ab2a-d4535eda7527" providerId="ADAL" clId="{1B4D901A-C564-4F46-A35A-3A5217824CC2}" dt="2026-01-15T14:16:14.036" v="3659" actId="20577"/>
          <ac:spMkLst>
            <pc:docMk/>
            <pc:sldMk cId="2198561157" sldId="295"/>
            <ac:spMk id="2" creationId="{310EAE9C-BE09-F630-7F14-28F670CC1187}"/>
          </ac:spMkLst>
        </pc:spChg>
        <pc:spChg chg="add mod">
          <ac:chgData name="Daniele Congiusti" userId="c88fb9be-8474-4256-ab2a-d4535eda7527" providerId="ADAL" clId="{1B4D901A-C564-4F46-A35A-3A5217824CC2}" dt="2026-01-15T16:46:58.803" v="3807" actId="1076"/>
          <ac:spMkLst>
            <pc:docMk/>
            <pc:sldMk cId="2198561157" sldId="295"/>
            <ac:spMk id="3" creationId="{878CB3B0-F9F2-3B7A-C489-9E047FC23A34}"/>
          </ac:spMkLst>
        </pc:spChg>
        <pc:picChg chg="add del mod">
          <ac:chgData name="Daniele Congiusti" userId="c88fb9be-8474-4256-ab2a-d4535eda7527" providerId="ADAL" clId="{1B4D901A-C564-4F46-A35A-3A5217824CC2}" dt="2026-01-15T14:16:03.916" v="3631" actId="478"/>
          <ac:picMkLst>
            <pc:docMk/>
            <pc:sldMk cId="2198561157" sldId="295"/>
            <ac:picMk id="4" creationId="{8412072C-7FD3-FFFD-22E5-E0C180F30077}"/>
          </ac:picMkLst>
        </pc:picChg>
        <pc:picChg chg="add del mod">
          <ac:chgData name="Daniele Congiusti" userId="c88fb9be-8474-4256-ab2a-d4535eda7527" providerId="ADAL" clId="{1B4D901A-C564-4F46-A35A-3A5217824CC2}" dt="2026-01-15T14:19:05.162" v="3661" actId="478"/>
          <ac:picMkLst>
            <pc:docMk/>
            <pc:sldMk cId="2198561157" sldId="295"/>
            <ac:picMk id="5" creationId="{B59E562A-C4E9-4784-65FC-E81F75523D4E}"/>
          </ac:picMkLst>
        </pc:picChg>
        <pc:picChg chg="add del mod">
          <ac:chgData name="Daniele Congiusti" userId="c88fb9be-8474-4256-ab2a-d4535eda7527" providerId="ADAL" clId="{1B4D901A-C564-4F46-A35A-3A5217824CC2}" dt="2026-01-15T16:45:19.419" v="3797" actId="478"/>
          <ac:picMkLst>
            <pc:docMk/>
            <pc:sldMk cId="2198561157" sldId="295"/>
            <ac:picMk id="5" creationId="{C48ADEB0-C25B-D617-A628-704786011EB3}"/>
          </ac:picMkLst>
        </pc:picChg>
        <pc:picChg chg="add mod">
          <ac:chgData name="Daniele Congiusti" userId="c88fb9be-8474-4256-ab2a-d4535eda7527" providerId="ADAL" clId="{1B4D901A-C564-4F46-A35A-3A5217824CC2}" dt="2026-01-15T14:19:31.641" v="3671" actId="1076"/>
          <ac:picMkLst>
            <pc:docMk/>
            <pc:sldMk cId="2198561157" sldId="295"/>
            <ac:picMk id="7" creationId="{9218327F-234A-888C-0074-A45A40580C27}"/>
          </ac:picMkLst>
        </pc:picChg>
        <pc:picChg chg="add mod">
          <ac:chgData name="Daniele Congiusti" userId="c88fb9be-8474-4256-ab2a-d4535eda7527" providerId="ADAL" clId="{1B4D901A-C564-4F46-A35A-3A5217824CC2}" dt="2026-01-15T16:45:58.919" v="3802" actId="1076"/>
          <ac:picMkLst>
            <pc:docMk/>
            <pc:sldMk cId="2198561157" sldId="295"/>
            <ac:picMk id="8" creationId="{2E794E1C-E42B-A06C-1CF6-DB407CA69739}"/>
          </ac:picMkLst>
        </pc:picChg>
      </pc:sldChg>
      <pc:sldChg chg="addSp delSp modSp add mod">
        <pc:chgData name="Daniele Congiusti" userId="c88fb9be-8474-4256-ab2a-d4535eda7527" providerId="ADAL" clId="{1B4D901A-C564-4F46-A35A-3A5217824CC2}" dt="2026-01-15T14:27:54.461" v="3706" actId="1076"/>
        <pc:sldMkLst>
          <pc:docMk/>
          <pc:sldMk cId="2860282103" sldId="296"/>
        </pc:sldMkLst>
        <pc:spChg chg="mod">
          <ac:chgData name="Daniele Congiusti" userId="c88fb9be-8474-4256-ab2a-d4535eda7527" providerId="ADAL" clId="{1B4D901A-C564-4F46-A35A-3A5217824CC2}" dt="2026-01-15T11:28:18.768" v="1768" actId="20577"/>
          <ac:spMkLst>
            <pc:docMk/>
            <pc:sldMk cId="2860282103" sldId="296"/>
            <ac:spMk id="2" creationId="{DEC1E614-AD3E-B4D1-E9D9-DDE125B533A0}"/>
          </ac:spMkLst>
        </pc:spChg>
        <pc:spChg chg="del mod">
          <ac:chgData name="Daniele Congiusti" userId="c88fb9be-8474-4256-ab2a-d4535eda7527" providerId="ADAL" clId="{1B4D901A-C564-4F46-A35A-3A5217824CC2}" dt="2026-01-15T11:21:40.467" v="1741"/>
          <ac:spMkLst>
            <pc:docMk/>
            <pc:sldMk cId="2860282103" sldId="296"/>
            <ac:spMk id="3" creationId="{4E9AF615-19B4-97E9-968C-55B66C3151A5}"/>
          </ac:spMkLst>
        </pc:spChg>
        <pc:spChg chg="add mod">
          <ac:chgData name="Daniele Congiusti" userId="c88fb9be-8474-4256-ab2a-d4535eda7527" providerId="ADAL" clId="{1B4D901A-C564-4F46-A35A-3A5217824CC2}" dt="2026-01-15T12:02:40.608" v="3014" actId="20577"/>
          <ac:spMkLst>
            <pc:docMk/>
            <pc:sldMk cId="2860282103" sldId="296"/>
            <ac:spMk id="4" creationId="{CD7687B2-F3FC-5382-7D86-D3E548D9E8CA}"/>
          </ac:spMkLst>
        </pc:spChg>
        <pc:spChg chg="del mod">
          <ac:chgData name="Daniele Congiusti" userId="c88fb9be-8474-4256-ab2a-d4535eda7527" providerId="ADAL" clId="{1B4D901A-C564-4F46-A35A-3A5217824CC2}" dt="2026-01-15T11:27:59.708" v="1749"/>
          <ac:spMkLst>
            <pc:docMk/>
            <pc:sldMk cId="2860282103" sldId="296"/>
            <ac:spMk id="5" creationId="{6068AB48-2275-B3C3-4E6B-9165C0D4D305}"/>
          </ac:spMkLst>
        </pc:spChg>
        <pc:spChg chg="del mod">
          <ac:chgData name="Daniele Congiusti" userId="c88fb9be-8474-4256-ab2a-d4535eda7527" providerId="ADAL" clId="{1B4D901A-C564-4F46-A35A-3A5217824CC2}" dt="2026-01-15T11:27:54.612" v="1745" actId="478"/>
          <ac:spMkLst>
            <pc:docMk/>
            <pc:sldMk cId="2860282103" sldId="296"/>
            <ac:spMk id="6" creationId="{906C3701-CD59-4C86-9F5B-6449C96D6AE6}"/>
          </ac:spMkLst>
        </pc:spChg>
        <pc:spChg chg="add del mod">
          <ac:chgData name="Daniele Congiusti" userId="c88fb9be-8474-4256-ab2a-d4535eda7527" providerId="ADAL" clId="{1B4D901A-C564-4F46-A35A-3A5217824CC2}" dt="2026-01-15T11:49:47.923" v="2484" actId="478"/>
          <ac:spMkLst>
            <pc:docMk/>
            <pc:sldMk cId="2860282103" sldId="296"/>
            <ac:spMk id="7" creationId="{F5A34FE9-1287-F3E2-469E-535A58C8B085}"/>
          </ac:spMkLst>
        </pc:spChg>
        <pc:picChg chg="add mod">
          <ac:chgData name="Daniele Congiusti" userId="c88fb9be-8474-4256-ab2a-d4535eda7527" providerId="ADAL" clId="{1B4D901A-C564-4F46-A35A-3A5217824CC2}" dt="2026-01-15T14:27:54.461" v="3706" actId="1076"/>
          <ac:picMkLst>
            <pc:docMk/>
            <pc:sldMk cId="2860282103" sldId="296"/>
            <ac:picMk id="3" creationId="{9C8C65B3-EB23-2945-05C3-D8A096A88E9D}"/>
          </ac:picMkLst>
        </pc:picChg>
        <pc:picChg chg="add del mod">
          <ac:chgData name="Daniele Congiusti" userId="c88fb9be-8474-4256-ab2a-d4535eda7527" providerId="ADAL" clId="{1B4D901A-C564-4F46-A35A-3A5217824CC2}" dt="2026-01-15T12:09:35.143" v="3030" actId="478"/>
          <ac:picMkLst>
            <pc:docMk/>
            <pc:sldMk cId="2860282103" sldId="296"/>
            <ac:picMk id="9" creationId="{D319B6FE-D570-C355-F18F-3FF6A27AF93F}"/>
          </ac:picMkLst>
        </pc:picChg>
        <pc:picChg chg="add mod">
          <ac:chgData name="Daniele Congiusti" userId="c88fb9be-8474-4256-ab2a-d4535eda7527" providerId="ADAL" clId="{1B4D901A-C564-4F46-A35A-3A5217824CC2}" dt="2026-01-15T12:09:44.796" v="3035" actId="1076"/>
          <ac:picMkLst>
            <pc:docMk/>
            <pc:sldMk cId="2860282103" sldId="296"/>
            <ac:picMk id="11" creationId="{EFFCD42F-CA59-0B89-D6DC-FC3593A6E8BE}"/>
          </ac:picMkLst>
        </pc:picChg>
      </pc:sldChg>
      <pc:sldChg chg="addSp modSp add mod">
        <pc:chgData name="Daniele Congiusti" userId="c88fb9be-8474-4256-ab2a-d4535eda7527" providerId="ADAL" clId="{1B4D901A-C564-4F46-A35A-3A5217824CC2}" dt="2026-01-15T14:27:37.994" v="3704" actId="1076"/>
        <pc:sldMkLst>
          <pc:docMk/>
          <pc:sldMk cId="3361715957" sldId="299"/>
        </pc:sldMkLst>
        <pc:spChg chg="mod">
          <ac:chgData name="Daniele Congiusti" userId="c88fb9be-8474-4256-ab2a-d4535eda7527" providerId="ADAL" clId="{1B4D901A-C564-4F46-A35A-3A5217824CC2}" dt="2026-01-15T12:15:43.564" v="3322" actId="20577"/>
          <ac:spMkLst>
            <pc:docMk/>
            <pc:sldMk cId="3361715957" sldId="299"/>
            <ac:spMk id="4" creationId="{417B5586-D633-A0D2-172F-6738C20F5719}"/>
          </ac:spMkLst>
        </pc:spChg>
        <pc:picChg chg="add mod">
          <ac:chgData name="Daniele Congiusti" userId="c88fb9be-8474-4256-ab2a-d4535eda7527" providerId="ADAL" clId="{1B4D901A-C564-4F46-A35A-3A5217824CC2}" dt="2026-01-15T14:27:37.994" v="3704" actId="1076"/>
          <ac:picMkLst>
            <pc:docMk/>
            <pc:sldMk cId="3361715957" sldId="299"/>
            <ac:picMk id="3" creationId="{564B2188-FF6F-CCB9-6B5C-543725387FFB}"/>
          </ac:picMkLst>
        </pc:picChg>
        <pc:picChg chg="add mod modCrop">
          <ac:chgData name="Daniele Congiusti" userId="c88fb9be-8474-4256-ab2a-d4535eda7527" providerId="ADAL" clId="{1B4D901A-C564-4F46-A35A-3A5217824CC2}" dt="2026-01-15T12:18:17.749" v="3327" actId="1076"/>
          <ac:picMkLst>
            <pc:docMk/>
            <pc:sldMk cId="3361715957" sldId="299"/>
            <ac:picMk id="5" creationId="{7C2C71B1-1AF4-50BA-96C2-48BB54D77408}"/>
          </ac:picMkLst>
        </pc:picChg>
      </pc:sldChg>
      <pc:sldChg chg="add del">
        <pc:chgData name="Daniele Congiusti" userId="c88fb9be-8474-4256-ab2a-d4535eda7527" providerId="ADAL" clId="{1B4D901A-C564-4F46-A35A-3A5217824CC2}" dt="2026-01-15T11:33:27.624" v="1772" actId="47"/>
        <pc:sldMkLst>
          <pc:docMk/>
          <pc:sldMk cId="3624791333" sldId="299"/>
        </pc:sldMkLst>
      </pc:sldChg>
      <pc:sldChg chg="addSp delSp modSp add mod">
        <pc:chgData name="Daniele Congiusti" userId="c88fb9be-8474-4256-ab2a-d4535eda7527" providerId="ADAL" clId="{1B4D901A-C564-4F46-A35A-3A5217824CC2}" dt="2026-01-15T14:27:26.202" v="3702" actId="1076"/>
        <pc:sldMkLst>
          <pc:docMk/>
          <pc:sldMk cId="2689946996" sldId="300"/>
        </pc:sldMkLst>
        <pc:spChg chg="mod">
          <ac:chgData name="Daniele Congiusti" userId="c88fb9be-8474-4256-ab2a-d4535eda7527" providerId="ADAL" clId="{1B4D901A-C564-4F46-A35A-3A5217824CC2}" dt="2026-01-15T12:07:18.695" v="3029" actId="1076"/>
          <ac:spMkLst>
            <pc:docMk/>
            <pc:sldMk cId="2689946996" sldId="300"/>
            <ac:spMk id="4" creationId="{2D890BD0-32E1-FBF4-260B-DD3917ABFB65}"/>
          </ac:spMkLst>
        </pc:spChg>
        <pc:picChg chg="add mod">
          <ac:chgData name="Daniele Congiusti" userId="c88fb9be-8474-4256-ab2a-d4535eda7527" providerId="ADAL" clId="{1B4D901A-C564-4F46-A35A-3A5217824CC2}" dt="2026-01-15T14:27:26.202" v="3702" actId="1076"/>
          <ac:picMkLst>
            <pc:docMk/>
            <pc:sldMk cId="2689946996" sldId="300"/>
            <ac:picMk id="3" creationId="{042B3359-25F7-8D66-3DAB-17158F94396A}"/>
          </ac:picMkLst>
        </pc:picChg>
        <pc:picChg chg="add del mod">
          <ac:chgData name="Daniele Congiusti" userId="c88fb9be-8474-4256-ab2a-d4535eda7527" providerId="ADAL" clId="{1B4D901A-C564-4F46-A35A-3A5217824CC2}" dt="2026-01-15T12:06:40.458" v="3019" actId="478"/>
          <ac:picMkLst>
            <pc:docMk/>
            <pc:sldMk cId="2689946996" sldId="300"/>
            <ac:picMk id="5" creationId="{58BF4466-0BFE-9820-6D3D-E6F492C8DDDC}"/>
          </ac:picMkLst>
        </pc:picChg>
        <pc:picChg chg="add mod modCrop">
          <ac:chgData name="Daniele Congiusti" userId="c88fb9be-8474-4256-ab2a-d4535eda7527" providerId="ADAL" clId="{1B4D901A-C564-4F46-A35A-3A5217824CC2}" dt="2026-01-15T12:07:07.747" v="3027" actId="1076"/>
          <ac:picMkLst>
            <pc:docMk/>
            <pc:sldMk cId="2689946996" sldId="300"/>
            <ac:picMk id="7" creationId="{A8FCE3C8-7558-CA52-53C8-190F487E0164}"/>
          </ac:picMkLst>
        </pc:picChg>
      </pc:sldChg>
      <pc:sldChg chg="add del">
        <pc:chgData name="Daniele Congiusti" userId="c88fb9be-8474-4256-ab2a-d4535eda7527" providerId="ADAL" clId="{1B4D901A-C564-4F46-A35A-3A5217824CC2}" dt="2026-01-15T11:33:27.624" v="1772" actId="47"/>
        <pc:sldMkLst>
          <pc:docMk/>
          <pc:sldMk cId="2755003802" sldId="300"/>
        </pc:sldMkLst>
      </pc:sldChg>
      <pc:sldChg chg="add del">
        <pc:chgData name="Daniele Congiusti" userId="c88fb9be-8474-4256-ab2a-d4535eda7527" providerId="ADAL" clId="{1B4D901A-C564-4F46-A35A-3A5217824CC2}" dt="2026-01-15T11:33:27.624" v="1772" actId="47"/>
        <pc:sldMkLst>
          <pc:docMk/>
          <pc:sldMk cId="557654127" sldId="301"/>
        </pc:sldMkLst>
      </pc:sldChg>
      <pc:sldChg chg="addSp modSp add mod">
        <pc:chgData name="Daniele Congiusti" userId="c88fb9be-8474-4256-ab2a-d4535eda7527" providerId="ADAL" clId="{1B4D901A-C564-4F46-A35A-3A5217824CC2}" dt="2026-01-15T14:27:31.354" v="3703" actId="1076"/>
        <pc:sldMkLst>
          <pc:docMk/>
          <pc:sldMk cId="1577479669" sldId="301"/>
        </pc:sldMkLst>
        <pc:spChg chg="mod">
          <ac:chgData name="Daniele Congiusti" userId="c88fb9be-8474-4256-ab2a-d4535eda7527" providerId="ADAL" clId="{1B4D901A-C564-4F46-A35A-3A5217824CC2}" dt="2026-01-15T11:55:49.410" v="2721" actId="14100"/>
          <ac:spMkLst>
            <pc:docMk/>
            <pc:sldMk cId="1577479669" sldId="301"/>
            <ac:spMk id="4" creationId="{48BBB92E-5DCF-00E1-3E39-A91DA88D1762}"/>
          </ac:spMkLst>
        </pc:spChg>
        <pc:picChg chg="add mod">
          <ac:chgData name="Daniele Congiusti" userId="c88fb9be-8474-4256-ab2a-d4535eda7527" providerId="ADAL" clId="{1B4D901A-C564-4F46-A35A-3A5217824CC2}" dt="2026-01-15T14:27:31.354" v="3703" actId="1076"/>
          <ac:picMkLst>
            <pc:docMk/>
            <pc:sldMk cId="1577479669" sldId="301"/>
            <ac:picMk id="3" creationId="{610F148A-A159-5816-7A53-775D3D5A1CCA}"/>
          </ac:picMkLst>
        </pc:picChg>
        <pc:picChg chg="add mod">
          <ac:chgData name="Daniele Congiusti" userId="c88fb9be-8474-4256-ab2a-d4535eda7527" providerId="ADAL" clId="{1B4D901A-C564-4F46-A35A-3A5217824CC2}" dt="2026-01-15T11:55:57.035" v="2723" actId="1076"/>
          <ac:picMkLst>
            <pc:docMk/>
            <pc:sldMk cId="1577479669" sldId="301"/>
            <ac:picMk id="5" creationId="{81F12667-046C-46A6-C3B2-C1AAE5BA65AF}"/>
          </ac:picMkLst>
        </pc:picChg>
      </pc:sldChg>
      <pc:sldChg chg="addSp delSp modSp mod">
        <pc:chgData name="Daniele Congiusti" userId="c88fb9be-8474-4256-ab2a-d4535eda7527" providerId="ADAL" clId="{1B4D901A-C564-4F46-A35A-3A5217824CC2}" dt="2026-01-15T14:24:13.324" v="3690" actId="478"/>
        <pc:sldMkLst>
          <pc:docMk/>
          <pc:sldMk cId="2698488276" sldId="302"/>
        </pc:sldMkLst>
        <pc:picChg chg="add del mod">
          <ac:chgData name="Daniele Congiusti" userId="c88fb9be-8474-4256-ab2a-d4535eda7527" providerId="ADAL" clId="{1B4D901A-C564-4F46-A35A-3A5217824CC2}" dt="2026-01-15T14:23:53.821" v="3685" actId="478"/>
          <ac:picMkLst>
            <pc:docMk/>
            <pc:sldMk cId="2698488276" sldId="302"/>
            <ac:picMk id="4" creationId="{ED128648-2F1E-058F-8D5E-D11356DC37F3}"/>
          </ac:picMkLst>
        </pc:picChg>
        <pc:picChg chg="add del mod">
          <ac:chgData name="Daniele Congiusti" userId="c88fb9be-8474-4256-ab2a-d4535eda7527" providerId="ADAL" clId="{1B4D901A-C564-4F46-A35A-3A5217824CC2}" dt="2026-01-15T14:24:13.324" v="3690" actId="478"/>
          <ac:picMkLst>
            <pc:docMk/>
            <pc:sldMk cId="2698488276" sldId="302"/>
            <ac:picMk id="7" creationId="{52DD15EC-7DDF-DCAB-8F91-8790D8350BBE}"/>
          </ac:picMkLst>
        </pc:picChg>
      </pc:sldChg>
    </pc:docChg>
  </pc:docChgLst>
  <pc:docChgLst>
    <pc:chgData name="Andrea Covelli" userId="5c0ff078-77f1-4bc0-8084-d8826ed65d09" providerId="ADAL" clId="{87B5FA51-AC8F-4924-8D58-229C8CD6E754}"/>
    <pc:docChg chg="undo redo custSel addSld modSld sldOrd">
      <pc:chgData name="Andrea Covelli" userId="5c0ff078-77f1-4bc0-8084-d8826ed65d09" providerId="ADAL" clId="{87B5FA51-AC8F-4924-8D58-229C8CD6E754}" dt="2026-01-15T22:53:16.852" v="3340" actId="14826"/>
      <pc:docMkLst>
        <pc:docMk/>
      </pc:docMkLst>
      <pc:sldChg chg="modSp mod">
        <pc:chgData name="Andrea Covelli" userId="5c0ff078-77f1-4bc0-8084-d8826ed65d09" providerId="ADAL" clId="{87B5FA51-AC8F-4924-8D58-229C8CD6E754}" dt="2026-01-15T19:37:02.796" v="3305" actId="20577"/>
        <pc:sldMkLst>
          <pc:docMk/>
          <pc:sldMk cId="710998634" sldId="263"/>
        </pc:sldMkLst>
        <pc:spChg chg="mod">
          <ac:chgData name="Andrea Covelli" userId="5c0ff078-77f1-4bc0-8084-d8826ed65d09" providerId="ADAL" clId="{87B5FA51-AC8F-4924-8D58-229C8CD6E754}" dt="2026-01-15T19:37:02.796" v="3305" actId="20577"/>
          <ac:spMkLst>
            <pc:docMk/>
            <pc:sldMk cId="710998634" sldId="263"/>
            <ac:spMk id="6" creationId="{AF12C666-1CA4-840E-1752-FD0456FDA17A}"/>
          </ac:spMkLst>
        </pc:spChg>
      </pc:sldChg>
      <pc:sldChg chg="addSp delSp modSp mod">
        <pc:chgData name="Andrea Covelli" userId="5c0ff078-77f1-4bc0-8084-d8826ed65d09" providerId="ADAL" clId="{87B5FA51-AC8F-4924-8D58-229C8CD6E754}" dt="2026-01-15T16:20:06.190" v="1260" actId="1076"/>
        <pc:sldMkLst>
          <pc:docMk/>
          <pc:sldMk cId="2187366524" sldId="266"/>
        </pc:sldMkLst>
        <pc:spChg chg="del">
          <ac:chgData name="Andrea Covelli" userId="5c0ff078-77f1-4bc0-8084-d8826ed65d09" providerId="ADAL" clId="{87B5FA51-AC8F-4924-8D58-229C8CD6E754}" dt="2026-01-15T15:43:58.600" v="53" actId="478"/>
          <ac:spMkLst>
            <pc:docMk/>
            <pc:sldMk cId="2187366524" sldId="266"/>
            <ac:spMk id="3" creationId="{6EDB192E-69AA-8F8B-4122-3DC170C7ACAF}"/>
          </ac:spMkLst>
        </pc:spChg>
        <pc:spChg chg="add mod">
          <ac:chgData name="Andrea Covelli" userId="5c0ff078-77f1-4bc0-8084-d8826ed65d09" providerId="ADAL" clId="{87B5FA51-AC8F-4924-8D58-229C8CD6E754}" dt="2026-01-15T15:43:27" v="52" actId="207"/>
          <ac:spMkLst>
            <pc:docMk/>
            <pc:sldMk cId="2187366524" sldId="266"/>
            <ac:spMk id="4" creationId="{B583B035-9B90-56BB-8F35-2177BC70220A}"/>
          </ac:spMkLst>
        </pc:spChg>
        <pc:spChg chg="add mod">
          <ac:chgData name="Andrea Covelli" userId="5c0ff078-77f1-4bc0-8084-d8826ed65d09" providerId="ADAL" clId="{87B5FA51-AC8F-4924-8D58-229C8CD6E754}" dt="2026-01-15T15:50:08.500" v="124" actId="164"/>
          <ac:spMkLst>
            <pc:docMk/>
            <pc:sldMk cId="2187366524" sldId="266"/>
            <ac:spMk id="5" creationId="{09F8A176-062D-9214-32F7-F23B43060CBB}"/>
          </ac:spMkLst>
        </pc:spChg>
        <pc:spChg chg="add del mod">
          <ac:chgData name="Andrea Covelli" userId="5c0ff078-77f1-4bc0-8084-d8826ed65d09" providerId="ADAL" clId="{87B5FA51-AC8F-4924-8D58-229C8CD6E754}" dt="2026-01-15T15:54:33.310" v="215" actId="478"/>
          <ac:spMkLst>
            <pc:docMk/>
            <pc:sldMk cId="2187366524" sldId="266"/>
            <ac:spMk id="6" creationId="{46BE17A6-387D-82DE-D6E1-E2ECE32F31B2}"/>
          </ac:spMkLst>
        </pc:spChg>
        <pc:spChg chg="add del mod">
          <ac:chgData name="Andrea Covelli" userId="5c0ff078-77f1-4bc0-8084-d8826ed65d09" providerId="ADAL" clId="{87B5FA51-AC8F-4924-8D58-229C8CD6E754}" dt="2026-01-15T15:54:47.410" v="222" actId="478"/>
          <ac:spMkLst>
            <pc:docMk/>
            <pc:sldMk cId="2187366524" sldId="266"/>
            <ac:spMk id="7" creationId="{D6D82E92-C426-6B45-7F98-10DBB6A42131}"/>
          </ac:spMkLst>
        </pc:spChg>
        <pc:spChg chg="add del mod">
          <ac:chgData name="Andrea Covelli" userId="5c0ff078-77f1-4bc0-8084-d8826ed65d09" providerId="ADAL" clId="{87B5FA51-AC8F-4924-8D58-229C8CD6E754}" dt="2026-01-15T15:54:40.910" v="219" actId="478"/>
          <ac:spMkLst>
            <pc:docMk/>
            <pc:sldMk cId="2187366524" sldId="266"/>
            <ac:spMk id="8" creationId="{E823336E-A39D-451C-DAD9-881F7C12671A}"/>
          </ac:spMkLst>
        </pc:spChg>
        <pc:spChg chg="add mod">
          <ac:chgData name="Andrea Covelli" userId="5c0ff078-77f1-4bc0-8084-d8826ed65d09" providerId="ADAL" clId="{87B5FA51-AC8F-4924-8D58-229C8CD6E754}" dt="2026-01-15T15:50:08.500" v="124" actId="164"/>
          <ac:spMkLst>
            <pc:docMk/>
            <pc:sldMk cId="2187366524" sldId="266"/>
            <ac:spMk id="9" creationId="{19988839-B73D-8588-D0DB-05EE9D10F3B8}"/>
          </ac:spMkLst>
        </pc:spChg>
        <pc:spChg chg="add mod">
          <ac:chgData name="Andrea Covelli" userId="5c0ff078-77f1-4bc0-8084-d8826ed65d09" providerId="ADAL" clId="{87B5FA51-AC8F-4924-8D58-229C8CD6E754}" dt="2026-01-15T15:51:08.790" v="164" actId="1076"/>
          <ac:spMkLst>
            <pc:docMk/>
            <pc:sldMk cId="2187366524" sldId="266"/>
            <ac:spMk id="11" creationId="{7F7D4E1D-1E3A-695F-9F03-A52CEAD06726}"/>
          </ac:spMkLst>
        </pc:spChg>
        <pc:spChg chg="add mod">
          <ac:chgData name="Andrea Covelli" userId="5c0ff078-77f1-4bc0-8084-d8826ed65d09" providerId="ADAL" clId="{87B5FA51-AC8F-4924-8D58-229C8CD6E754}" dt="2026-01-15T15:55:21.460" v="225" actId="14100"/>
          <ac:spMkLst>
            <pc:docMk/>
            <pc:sldMk cId="2187366524" sldId="266"/>
            <ac:spMk id="19" creationId="{87AFA5F5-8AAE-2A39-DE46-9F35400D1BE4}"/>
          </ac:spMkLst>
        </pc:spChg>
        <pc:spChg chg="mod">
          <ac:chgData name="Andrea Covelli" userId="5c0ff078-77f1-4bc0-8084-d8826ed65d09" providerId="ADAL" clId="{87B5FA51-AC8F-4924-8D58-229C8CD6E754}" dt="2026-01-15T15:54:23.730" v="210"/>
          <ac:spMkLst>
            <pc:docMk/>
            <pc:sldMk cId="2187366524" sldId="266"/>
            <ac:spMk id="21" creationId="{99A495FD-2E02-5035-82A5-72D5970B1E95}"/>
          </ac:spMkLst>
        </pc:spChg>
        <pc:spChg chg="mod">
          <ac:chgData name="Andrea Covelli" userId="5c0ff078-77f1-4bc0-8084-d8826ed65d09" providerId="ADAL" clId="{87B5FA51-AC8F-4924-8D58-229C8CD6E754}" dt="2026-01-15T16:08:02.880" v="663" actId="207"/>
          <ac:spMkLst>
            <pc:docMk/>
            <pc:sldMk cId="2187366524" sldId="266"/>
            <ac:spMk id="22" creationId="{F1F9B9A7-FB8B-926F-C012-D90DE6FCB4C1}"/>
          </ac:spMkLst>
        </pc:spChg>
        <pc:spChg chg="mod">
          <ac:chgData name="Andrea Covelli" userId="5c0ff078-77f1-4bc0-8084-d8826ed65d09" providerId="ADAL" clId="{87B5FA51-AC8F-4924-8D58-229C8CD6E754}" dt="2026-01-15T15:54:42.390" v="220"/>
          <ac:spMkLst>
            <pc:docMk/>
            <pc:sldMk cId="2187366524" sldId="266"/>
            <ac:spMk id="24" creationId="{1A072EEB-A9B4-5B1C-6110-B0221D8CFAF6}"/>
          </ac:spMkLst>
        </pc:spChg>
        <pc:spChg chg="mod">
          <ac:chgData name="Andrea Covelli" userId="5c0ff078-77f1-4bc0-8084-d8826ed65d09" providerId="ADAL" clId="{87B5FA51-AC8F-4924-8D58-229C8CD6E754}" dt="2026-01-15T15:54:42.390" v="220"/>
          <ac:spMkLst>
            <pc:docMk/>
            <pc:sldMk cId="2187366524" sldId="266"/>
            <ac:spMk id="25" creationId="{66C34B57-1CA8-7739-B81F-D44230984422}"/>
          </ac:spMkLst>
        </pc:spChg>
        <pc:spChg chg="mod">
          <ac:chgData name="Andrea Covelli" userId="5c0ff078-77f1-4bc0-8084-d8826ed65d09" providerId="ADAL" clId="{87B5FA51-AC8F-4924-8D58-229C8CD6E754}" dt="2026-01-15T15:54:48.980" v="223"/>
          <ac:spMkLst>
            <pc:docMk/>
            <pc:sldMk cId="2187366524" sldId="266"/>
            <ac:spMk id="27" creationId="{65529609-0697-E7E0-FDE9-CC945ED75925}"/>
          </ac:spMkLst>
        </pc:spChg>
        <pc:spChg chg="mod">
          <ac:chgData name="Andrea Covelli" userId="5c0ff078-77f1-4bc0-8084-d8826ed65d09" providerId="ADAL" clId="{87B5FA51-AC8F-4924-8D58-229C8CD6E754}" dt="2026-01-15T16:08:08.320" v="664" actId="207"/>
          <ac:spMkLst>
            <pc:docMk/>
            <pc:sldMk cId="2187366524" sldId="266"/>
            <ac:spMk id="28" creationId="{331CB3A9-9E1D-EFA7-12A8-63B54AFC98DA}"/>
          </ac:spMkLst>
        </pc:spChg>
        <pc:spChg chg="add mod">
          <ac:chgData name="Andrea Covelli" userId="5c0ff078-77f1-4bc0-8084-d8826ed65d09" providerId="ADAL" clId="{87B5FA51-AC8F-4924-8D58-229C8CD6E754}" dt="2026-01-15T16:16:23.039" v="1243" actId="20577"/>
          <ac:spMkLst>
            <pc:docMk/>
            <pc:sldMk cId="2187366524" sldId="266"/>
            <ac:spMk id="29" creationId="{9ED870F3-78AF-2BCC-B4B7-6915C9CD47F7}"/>
          </ac:spMkLst>
        </pc:spChg>
        <pc:spChg chg="add mod">
          <ac:chgData name="Andrea Covelli" userId="5c0ff078-77f1-4bc0-8084-d8826ed65d09" providerId="ADAL" clId="{87B5FA51-AC8F-4924-8D58-229C8CD6E754}" dt="2026-01-15T16:05:16.158" v="512" actId="1076"/>
          <ac:spMkLst>
            <pc:docMk/>
            <pc:sldMk cId="2187366524" sldId="266"/>
            <ac:spMk id="30" creationId="{BC12D58F-1AC0-6137-10F5-E22FDAD4DC9B}"/>
          </ac:spMkLst>
        </pc:spChg>
        <pc:spChg chg="add mod">
          <ac:chgData name="Andrea Covelli" userId="5c0ff078-77f1-4bc0-8084-d8826ed65d09" providerId="ADAL" clId="{87B5FA51-AC8F-4924-8D58-229C8CD6E754}" dt="2026-01-15T16:03:03.980" v="493" actId="1076"/>
          <ac:spMkLst>
            <pc:docMk/>
            <pc:sldMk cId="2187366524" sldId="266"/>
            <ac:spMk id="31" creationId="{B5030268-291F-1427-8DE5-091D79964501}"/>
          </ac:spMkLst>
        </pc:spChg>
        <pc:spChg chg="add mod">
          <ac:chgData name="Andrea Covelli" userId="5c0ff078-77f1-4bc0-8084-d8826ed65d09" providerId="ADAL" clId="{87B5FA51-AC8F-4924-8D58-229C8CD6E754}" dt="2026-01-15T16:15:49.523" v="1236" actId="113"/>
          <ac:spMkLst>
            <pc:docMk/>
            <pc:sldMk cId="2187366524" sldId="266"/>
            <ac:spMk id="32" creationId="{B62B54FD-5E23-CC0B-D84A-F964FBA4A3D6}"/>
          </ac:spMkLst>
        </pc:spChg>
        <pc:spChg chg="add mod">
          <ac:chgData name="Andrea Covelli" userId="5c0ff078-77f1-4bc0-8084-d8826ed65d09" providerId="ADAL" clId="{87B5FA51-AC8F-4924-8D58-229C8CD6E754}" dt="2026-01-15T16:15:35.330" v="1233" actId="1076"/>
          <ac:spMkLst>
            <pc:docMk/>
            <pc:sldMk cId="2187366524" sldId="266"/>
            <ac:spMk id="35" creationId="{496A262A-B076-0A19-F3D7-73FA7EE2A0CD}"/>
          </ac:spMkLst>
        </pc:spChg>
        <pc:spChg chg="add mod">
          <ac:chgData name="Andrea Covelli" userId="5c0ff078-77f1-4bc0-8084-d8826ed65d09" providerId="ADAL" clId="{87B5FA51-AC8F-4924-8D58-229C8CD6E754}" dt="2026-01-15T16:16:05.470" v="1240" actId="207"/>
          <ac:spMkLst>
            <pc:docMk/>
            <pc:sldMk cId="2187366524" sldId="266"/>
            <ac:spMk id="36" creationId="{949BFC8E-B05F-EEEB-7997-A195C58E35F1}"/>
          </ac:spMkLst>
        </pc:spChg>
        <pc:grpChg chg="add mod ord">
          <ac:chgData name="Andrea Covelli" userId="5c0ff078-77f1-4bc0-8084-d8826ed65d09" providerId="ADAL" clId="{87B5FA51-AC8F-4924-8D58-229C8CD6E754}" dt="2026-01-15T16:04:55.741" v="510" actId="170"/>
          <ac:grpSpMkLst>
            <pc:docMk/>
            <pc:sldMk cId="2187366524" sldId="266"/>
            <ac:grpSpMk id="14" creationId="{4EB1058F-C9CD-D6E2-6B0C-50609BB05B24}"/>
          </ac:grpSpMkLst>
        </pc:grpChg>
        <pc:grpChg chg="add mod">
          <ac:chgData name="Andrea Covelli" userId="5c0ff078-77f1-4bc0-8084-d8826ed65d09" providerId="ADAL" clId="{87B5FA51-AC8F-4924-8D58-229C8CD6E754}" dt="2026-01-15T16:17:05.550" v="1250" actId="1076"/>
          <ac:grpSpMkLst>
            <pc:docMk/>
            <pc:sldMk cId="2187366524" sldId="266"/>
            <ac:grpSpMk id="20" creationId="{A7D162D3-DB75-2DC9-D644-2F6C8193047A}"/>
          </ac:grpSpMkLst>
        </pc:grpChg>
        <pc:grpChg chg="add mod">
          <ac:chgData name="Andrea Covelli" userId="5c0ff078-77f1-4bc0-8084-d8826ed65d09" providerId="ADAL" clId="{87B5FA51-AC8F-4924-8D58-229C8CD6E754}" dt="2026-01-15T16:20:06.190" v="1260" actId="1076"/>
          <ac:grpSpMkLst>
            <pc:docMk/>
            <pc:sldMk cId="2187366524" sldId="266"/>
            <ac:grpSpMk id="23" creationId="{6EDDE08D-5CA5-8D8F-05B1-2C0D6B6BF541}"/>
          </ac:grpSpMkLst>
        </pc:grpChg>
        <pc:grpChg chg="add mod">
          <ac:chgData name="Andrea Covelli" userId="5c0ff078-77f1-4bc0-8084-d8826ed65d09" providerId="ADAL" clId="{87B5FA51-AC8F-4924-8D58-229C8CD6E754}" dt="2026-01-15T15:54:53.010" v="224" actId="1076"/>
          <ac:grpSpMkLst>
            <pc:docMk/>
            <pc:sldMk cId="2187366524" sldId="266"/>
            <ac:grpSpMk id="26" creationId="{98A89B8D-5CE3-8163-85F9-118D3E2A2699}"/>
          </ac:grpSpMkLst>
        </pc:grpChg>
        <pc:picChg chg="add del mod">
          <ac:chgData name="Andrea Covelli" userId="5c0ff078-77f1-4bc0-8084-d8826ed65d09" providerId="ADAL" clId="{87B5FA51-AC8F-4924-8D58-229C8CD6E754}" dt="2026-01-15T15:50:28.490" v="157" actId="478"/>
          <ac:picMkLst>
            <pc:docMk/>
            <pc:sldMk cId="2187366524" sldId="266"/>
            <ac:picMk id="13" creationId="{1342179E-D0F3-74E2-B88B-73E583757C7E}"/>
          </ac:picMkLst>
        </pc:picChg>
        <pc:picChg chg="add mod ord">
          <ac:chgData name="Andrea Covelli" userId="5c0ff078-77f1-4bc0-8084-d8826ed65d09" providerId="ADAL" clId="{87B5FA51-AC8F-4924-8D58-229C8CD6E754}" dt="2026-01-15T16:05:00.442" v="511" actId="1076"/>
          <ac:picMkLst>
            <pc:docMk/>
            <pc:sldMk cId="2187366524" sldId="266"/>
            <ac:picMk id="16" creationId="{485BD467-3920-D31B-88E0-E48A8E51C8FA}"/>
          </ac:picMkLst>
        </pc:picChg>
        <pc:picChg chg="add del mod">
          <ac:chgData name="Andrea Covelli" userId="5c0ff078-77f1-4bc0-8084-d8826ed65d09" providerId="ADAL" clId="{87B5FA51-AC8F-4924-8D58-229C8CD6E754}" dt="2026-01-15T15:50:48.952" v="161" actId="478"/>
          <ac:picMkLst>
            <pc:docMk/>
            <pc:sldMk cId="2187366524" sldId="266"/>
            <ac:picMk id="18" creationId="{1A78C7A1-1166-7CC0-EB65-7BE5C80E0A47}"/>
          </ac:picMkLst>
        </pc:picChg>
        <pc:picChg chg="add mod">
          <ac:chgData name="Andrea Covelli" userId="5c0ff078-77f1-4bc0-8084-d8826ed65d09" providerId="ADAL" clId="{87B5FA51-AC8F-4924-8D58-229C8CD6E754}" dt="2026-01-15T16:19:59.690" v="1256" actId="14100"/>
          <ac:picMkLst>
            <pc:docMk/>
            <pc:sldMk cId="2187366524" sldId="266"/>
            <ac:picMk id="34" creationId="{A2EAEE56-7D6C-3D79-46D8-BFD9C621D691}"/>
          </ac:picMkLst>
        </pc:picChg>
        <pc:picChg chg="add mod">
          <ac:chgData name="Andrea Covelli" userId="5c0ff078-77f1-4bc0-8084-d8826ed65d09" providerId="ADAL" clId="{87B5FA51-AC8F-4924-8D58-229C8CD6E754}" dt="2026-01-15T16:17:26.810" v="1254" actId="1076"/>
          <ac:picMkLst>
            <pc:docMk/>
            <pc:sldMk cId="2187366524" sldId="266"/>
            <ac:picMk id="38" creationId="{E851A691-47E0-336B-F686-175F26BD1372}"/>
          </ac:picMkLst>
        </pc:picChg>
        <pc:picChg chg="add mod">
          <ac:chgData name="Andrea Covelli" userId="5c0ff078-77f1-4bc0-8084-d8826ed65d09" providerId="ADAL" clId="{87B5FA51-AC8F-4924-8D58-229C8CD6E754}" dt="2026-01-15T16:05:22.331" v="514" actId="1076"/>
          <ac:picMkLst>
            <pc:docMk/>
            <pc:sldMk cId="2187366524" sldId="266"/>
            <ac:picMk id="1026" creationId="{3E5865C5-9174-D52E-D1D7-A2B149ACBEFB}"/>
          </ac:picMkLst>
        </pc:picChg>
      </pc:sldChg>
      <pc:sldChg chg="modSp mod">
        <pc:chgData name="Andrea Covelli" userId="5c0ff078-77f1-4bc0-8084-d8826ed65d09" providerId="ADAL" clId="{87B5FA51-AC8F-4924-8D58-229C8CD6E754}" dt="2026-01-15T10:31:50.225" v="44" actId="20577"/>
        <pc:sldMkLst>
          <pc:docMk/>
          <pc:sldMk cId="2673168341" sldId="275"/>
        </pc:sldMkLst>
        <pc:spChg chg="mod">
          <ac:chgData name="Andrea Covelli" userId="5c0ff078-77f1-4bc0-8084-d8826ed65d09" providerId="ADAL" clId="{87B5FA51-AC8F-4924-8D58-229C8CD6E754}" dt="2026-01-15T10:31:50.225" v="44" actId="20577"/>
          <ac:spMkLst>
            <pc:docMk/>
            <pc:sldMk cId="2673168341" sldId="275"/>
            <ac:spMk id="3" creationId="{7E56C738-FE1D-8529-B249-6B7A24251711}"/>
          </ac:spMkLst>
        </pc:spChg>
      </pc:sldChg>
      <pc:sldChg chg="modSp mod">
        <pc:chgData name="Andrea Covelli" userId="5c0ff078-77f1-4bc0-8084-d8826ed65d09" providerId="ADAL" clId="{87B5FA51-AC8F-4924-8D58-229C8CD6E754}" dt="2026-01-15T18:42:28.241" v="3192" actId="20577"/>
        <pc:sldMkLst>
          <pc:docMk/>
          <pc:sldMk cId="3069951965" sldId="277"/>
        </pc:sldMkLst>
        <pc:spChg chg="mod">
          <ac:chgData name="Andrea Covelli" userId="5c0ff078-77f1-4bc0-8084-d8826ed65d09" providerId="ADAL" clId="{87B5FA51-AC8F-4924-8D58-229C8CD6E754}" dt="2026-01-15T18:42:28.241" v="3192" actId="20577"/>
          <ac:spMkLst>
            <pc:docMk/>
            <pc:sldMk cId="3069951965" sldId="277"/>
            <ac:spMk id="4" creationId="{247C5D50-BEBE-CD42-EB63-4259BC75F332}"/>
          </ac:spMkLst>
        </pc:spChg>
      </pc:sldChg>
      <pc:sldChg chg="addSp delSp modSp mod modNotesTx">
        <pc:chgData name="Andrea Covelli" userId="5c0ff078-77f1-4bc0-8084-d8826ed65d09" providerId="ADAL" clId="{87B5FA51-AC8F-4924-8D58-229C8CD6E754}" dt="2026-01-15T20:23:15.527" v="3309" actId="20577"/>
        <pc:sldMkLst>
          <pc:docMk/>
          <pc:sldMk cId="1811675358" sldId="278"/>
        </pc:sldMkLst>
        <pc:spChg chg="del">
          <ac:chgData name="Andrea Covelli" userId="5c0ff078-77f1-4bc0-8084-d8826ed65d09" providerId="ADAL" clId="{87B5FA51-AC8F-4924-8D58-229C8CD6E754}" dt="2026-01-15T16:37:50.268" v="1276" actId="478"/>
          <ac:spMkLst>
            <pc:docMk/>
            <pc:sldMk cId="1811675358" sldId="278"/>
            <ac:spMk id="3" creationId="{02177F3E-F8E6-CA29-65A7-EE7F94D58526}"/>
          </ac:spMkLst>
        </pc:spChg>
        <pc:spChg chg="del">
          <ac:chgData name="Andrea Covelli" userId="5c0ff078-77f1-4bc0-8084-d8826ed65d09" providerId="ADAL" clId="{87B5FA51-AC8F-4924-8D58-229C8CD6E754}" dt="2026-01-15T16:47:21.979" v="1491" actId="478"/>
          <ac:spMkLst>
            <pc:docMk/>
            <pc:sldMk cId="1811675358" sldId="278"/>
            <ac:spMk id="4" creationId="{3EB38CB2-2489-4E3D-1099-38D4A632BC0B}"/>
          </ac:spMkLst>
        </pc:spChg>
        <pc:spChg chg="add mod">
          <ac:chgData name="Andrea Covelli" userId="5c0ff078-77f1-4bc0-8084-d8826ed65d09" providerId="ADAL" clId="{87B5FA51-AC8F-4924-8D58-229C8CD6E754}" dt="2026-01-15T16:33:52.291" v="1273" actId="1076"/>
          <ac:spMkLst>
            <pc:docMk/>
            <pc:sldMk cId="1811675358" sldId="278"/>
            <ac:spMk id="6" creationId="{F5D12AAE-2BEB-89B4-40AE-B80265F6148B}"/>
          </ac:spMkLst>
        </pc:spChg>
        <pc:spChg chg="add mod">
          <ac:chgData name="Andrea Covelli" userId="5c0ff078-77f1-4bc0-8084-d8826ed65d09" providerId="ADAL" clId="{87B5FA51-AC8F-4924-8D58-229C8CD6E754}" dt="2026-01-15T16:51:35.872" v="1811" actId="1076"/>
          <ac:spMkLst>
            <pc:docMk/>
            <pc:sldMk cId="1811675358" sldId="278"/>
            <ac:spMk id="10" creationId="{DB4262D4-AF9A-47CA-9C79-F1776E56098E}"/>
          </ac:spMkLst>
        </pc:spChg>
        <pc:spChg chg="add mod">
          <ac:chgData name="Andrea Covelli" userId="5c0ff078-77f1-4bc0-8084-d8826ed65d09" providerId="ADAL" clId="{87B5FA51-AC8F-4924-8D58-229C8CD6E754}" dt="2026-01-15T19:06:58.677" v="3294" actId="1076"/>
          <ac:spMkLst>
            <pc:docMk/>
            <pc:sldMk cId="1811675358" sldId="278"/>
            <ac:spMk id="14" creationId="{2C329A72-6664-C3C3-32B6-7DE99E180F7B}"/>
          </ac:spMkLst>
        </pc:spChg>
        <pc:spChg chg="add mod">
          <ac:chgData name="Andrea Covelli" userId="5c0ff078-77f1-4bc0-8084-d8826ed65d09" providerId="ADAL" clId="{87B5FA51-AC8F-4924-8D58-229C8CD6E754}" dt="2026-01-15T16:53:44.938" v="1826" actId="1076"/>
          <ac:spMkLst>
            <pc:docMk/>
            <pc:sldMk cId="1811675358" sldId="278"/>
            <ac:spMk id="15" creationId="{9D104E88-C4ED-642E-524E-FEEF15371D7A}"/>
          </ac:spMkLst>
        </pc:spChg>
        <pc:spChg chg="add mod">
          <ac:chgData name="Andrea Covelli" userId="5c0ff078-77f1-4bc0-8084-d8826ed65d09" providerId="ADAL" clId="{87B5FA51-AC8F-4924-8D58-229C8CD6E754}" dt="2026-01-15T16:53:44.938" v="1826" actId="1076"/>
          <ac:spMkLst>
            <pc:docMk/>
            <pc:sldMk cId="1811675358" sldId="278"/>
            <ac:spMk id="17" creationId="{29B0D96D-1423-43A2-DBFE-3181FD7F6A0E}"/>
          </ac:spMkLst>
        </pc:spChg>
        <pc:spChg chg="add mod">
          <ac:chgData name="Andrea Covelli" userId="5c0ff078-77f1-4bc0-8084-d8826ed65d09" providerId="ADAL" clId="{87B5FA51-AC8F-4924-8D58-229C8CD6E754}" dt="2026-01-15T16:53:44.938" v="1826" actId="1076"/>
          <ac:spMkLst>
            <pc:docMk/>
            <pc:sldMk cId="1811675358" sldId="278"/>
            <ac:spMk id="18" creationId="{50BA2A95-7CD7-3EEA-26AD-329D0CBA9235}"/>
          </ac:spMkLst>
        </pc:spChg>
        <pc:spChg chg="mod">
          <ac:chgData name="Andrea Covelli" userId="5c0ff078-77f1-4bc0-8084-d8826ed65d09" providerId="ADAL" clId="{87B5FA51-AC8F-4924-8D58-229C8CD6E754}" dt="2026-01-15T16:44:32.045" v="1392" actId="208"/>
          <ac:spMkLst>
            <pc:docMk/>
            <pc:sldMk cId="1811675358" sldId="278"/>
            <ac:spMk id="21" creationId="{EF601CD1-C072-60E6-F427-63A338DBE6A6}"/>
          </ac:spMkLst>
        </pc:spChg>
        <pc:spChg chg="add mod">
          <ac:chgData name="Andrea Covelli" userId="5c0ff078-77f1-4bc0-8084-d8826ed65d09" providerId="ADAL" clId="{87B5FA51-AC8F-4924-8D58-229C8CD6E754}" dt="2026-01-15T19:07:04.585" v="3295" actId="1076"/>
          <ac:spMkLst>
            <pc:docMk/>
            <pc:sldMk cId="1811675358" sldId="278"/>
            <ac:spMk id="23" creationId="{B3A30252-4261-5FB1-60D5-19A500C44EBE}"/>
          </ac:spMkLst>
        </pc:spChg>
        <pc:spChg chg="add mod">
          <ac:chgData name="Andrea Covelli" userId="5c0ff078-77f1-4bc0-8084-d8826ed65d09" providerId="ADAL" clId="{87B5FA51-AC8F-4924-8D58-229C8CD6E754}" dt="2026-01-15T16:53:44.938" v="1826" actId="1076"/>
          <ac:spMkLst>
            <pc:docMk/>
            <pc:sldMk cId="1811675358" sldId="278"/>
            <ac:spMk id="24" creationId="{C8583E4D-5150-629C-A03E-38E225D47410}"/>
          </ac:spMkLst>
        </pc:spChg>
        <pc:spChg chg="add mod">
          <ac:chgData name="Andrea Covelli" userId="5c0ff078-77f1-4bc0-8084-d8826ed65d09" providerId="ADAL" clId="{87B5FA51-AC8F-4924-8D58-229C8CD6E754}" dt="2026-01-15T16:53:44.938" v="1826" actId="1076"/>
          <ac:spMkLst>
            <pc:docMk/>
            <pc:sldMk cId="1811675358" sldId="278"/>
            <ac:spMk id="25" creationId="{6DB5B1EC-0BE0-FDFF-1FA0-44454A02CEAA}"/>
          </ac:spMkLst>
        </pc:spChg>
        <pc:spChg chg="add mod">
          <ac:chgData name="Andrea Covelli" userId="5c0ff078-77f1-4bc0-8084-d8826ed65d09" providerId="ADAL" clId="{87B5FA51-AC8F-4924-8D58-229C8CD6E754}" dt="2026-01-15T17:10:22.201" v="1946" actId="1076"/>
          <ac:spMkLst>
            <pc:docMk/>
            <pc:sldMk cId="1811675358" sldId="278"/>
            <ac:spMk id="26" creationId="{AEF9BB34-04E0-F1CD-D872-1140B45DD2E8}"/>
          </ac:spMkLst>
        </pc:spChg>
        <pc:grpChg chg="add mod">
          <ac:chgData name="Andrea Covelli" userId="5c0ff078-77f1-4bc0-8084-d8826ed65d09" providerId="ADAL" clId="{87B5FA51-AC8F-4924-8D58-229C8CD6E754}" dt="2026-01-15T16:51:39.826" v="1812" actId="164"/>
          <ac:grpSpMkLst>
            <pc:docMk/>
            <pc:sldMk cId="1811675358" sldId="278"/>
            <ac:grpSpMk id="19" creationId="{C22CE262-D8F8-2B25-FF9E-484E8D752218}"/>
          </ac:grpSpMkLst>
        </pc:grpChg>
        <pc:grpChg chg="add mod">
          <ac:chgData name="Andrea Covelli" userId="5c0ff078-77f1-4bc0-8084-d8826ed65d09" providerId="ADAL" clId="{87B5FA51-AC8F-4924-8D58-229C8CD6E754}" dt="2026-01-15T16:51:57.405" v="1816" actId="164"/>
          <ac:grpSpMkLst>
            <pc:docMk/>
            <pc:sldMk cId="1811675358" sldId="278"/>
            <ac:grpSpMk id="20" creationId="{C29D007E-39C2-D9E5-9CD9-9E669B8B125B}"/>
          </ac:grpSpMkLst>
        </pc:grpChg>
        <pc:grpChg chg="add mod">
          <ac:chgData name="Andrea Covelli" userId="5c0ff078-77f1-4bc0-8084-d8826ed65d09" providerId="ADAL" clId="{87B5FA51-AC8F-4924-8D58-229C8CD6E754}" dt="2026-01-15T16:53:44.938" v="1826" actId="1076"/>
          <ac:grpSpMkLst>
            <pc:docMk/>
            <pc:sldMk cId="1811675358" sldId="278"/>
            <ac:grpSpMk id="27" creationId="{019F2C12-A2BA-C463-8CBD-EF64548A4D6A}"/>
          </ac:grpSpMkLst>
        </pc:grpChg>
        <pc:grpChg chg="add mod">
          <ac:chgData name="Andrea Covelli" userId="5c0ff078-77f1-4bc0-8084-d8826ed65d09" providerId="ADAL" clId="{87B5FA51-AC8F-4924-8D58-229C8CD6E754}" dt="2026-01-15T16:53:44.938" v="1826" actId="1076"/>
          <ac:grpSpMkLst>
            <pc:docMk/>
            <pc:sldMk cId="1811675358" sldId="278"/>
            <ac:grpSpMk id="28" creationId="{65BE005B-C530-A053-B942-FAB66B3FD183}"/>
          </ac:grpSpMkLst>
        </pc:grpChg>
        <pc:graphicFrameChg chg="add del modGraphic">
          <ac:chgData name="Andrea Covelli" userId="5c0ff078-77f1-4bc0-8084-d8826ed65d09" providerId="ADAL" clId="{87B5FA51-AC8F-4924-8D58-229C8CD6E754}" dt="2026-01-15T16:37:46.466" v="1275" actId="478"/>
          <ac:graphicFrameMkLst>
            <pc:docMk/>
            <pc:sldMk cId="1811675358" sldId="278"/>
            <ac:graphicFrameMk id="7" creationId="{D1BF600B-E311-1A18-6153-685469108F95}"/>
          </ac:graphicFrameMkLst>
        </pc:graphicFrameChg>
        <pc:cxnChg chg="add mod">
          <ac:chgData name="Andrea Covelli" userId="5c0ff078-77f1-4bc0-8084-d8826ed65d09" providerId="ADAL" clId="{87B5FA51-AC8F-4924-8D58-229C8CD6E754}" dt="2026-01-15T16:43:31.961" v="1376" actId="164"/>
          <ac:cxnSpMkLst>
            <pc:docMk/>
            <pc:sldMk cId="1811675358" sldId="278"/>
            <ac:cxnSpMk id="12" creationId="{07F5F930-06B5-5354-95E0-B82E04944840}"/>
          </ac:cxnSpMkLst>
        </pc:cxnChg>
        <pc:cxnChg chg="mod">
          <ac:chgData name="Andrea Covelli" userId="5c0ff078-77f1-4bc0-8084-d8826ed65d09" providerId="ADAL" clId="{87B5FA51-AC8F-4924-8D58-229C8CD6E754}" dt="2026-01-15T16:44:32.045" v="1392" actId="208"/>
          <ac:cxnSpMkLst>
            <pc:docMk/>
            <pc:sldMk cId="1811675358" sldId="278"/>
            <ac:cxnSpMk id="22" creationId="{41483E90-A4D1-A1CC-093A-6A2AC0957FF5}"/>
          </ac:cxnSpMkLst>
        </pc:cxnChg>
      </pc:sldChg>
      <pc:sldChg chg="modSp mod">
        <pc:chgData name="Andrea Covelli" userId="5c0ff078-77f1-4bc0-8084-d8826ed65d09" providerId="ADAL" clId="{87B5FA51-AC8F-4924-8D58-229C8CD6E754}" dt="2026-01-15T18:43:43.692" v="3198" actId="20577"/>
        <pc:sldMkLst>
          <pc:docMk/>
          <pc:sldMk cId="2615575983" sldId="290"/>
        </pc:sldMkLst>
        <pc:spChg chg="mod">
          <ac:chgData name="Andrea Covelli" userId="5c0ff078-77f1-4bc0-8084-d8826ed65d09" providerId="ADAL" clId="{87B5FA51-AC8F-4924-8D58-229C8CD6E754}" dt="2026-01-15T18:43:43.692" v="3198" actId="20577"/>
          <ac:spMkLst>
            <pc:docMk/>
            <pc:sldMk cId="2615575983" sldId="290"/>
            <ac:spMk id="6" creationId="{4C6F8D31-1A5C-5803-C6F5-A460D45DB2A9}"/>
          </ac:spMkLst>
        </pc:spChg>
      </pc:sldChg>
      <pc:sldChg chg="modSp mod">
        <pc:chgData name="Andrea Covelli" userId="5c0ff078-77f1-4bc0-8084-d8826ed65d09" providerId="ADAL" clId="{87B5FA51-AC8F-4924-8D58-229C8CD6E754}" dt="2026-01-15T19:40:38.926" v="3306" actId="6549"/>
        <pc:sldMkLst>
          <pc:docMk/>
          <pc:sldMk cId="1626907577" sldId="291"/>
        </pc:sldMkLst>
        <pc:spChg chg="mod">
          <ac:chgData name="Andrea Covelli" userId="5c0ff078-77f1-4bc0-8084-d8826ed65d09" providerId="ADAL" clId="{87B5FA51-AC8F-4924-8D58-229C8CD6E754}" dt="2026-01-15T19:40:38.926" v="3306" actId="6549"/>
          <ac:spMkLst>
            <pc:docMk/>
            <pc:sldMk cId="1626907577" sldId="291"/>
            <ac:spMk id="6" creationId="{49A0074F-0624-06AB-D730-19EBA3CDF02F}"/>
          </ac:spMkLst>
        </pc:spChg>
      </pc:sldChg>
      <pc:sldChg chg="modSp mod">
        <pc:chgData name="Andrea Covelli" userId="5c0ff078-77f1-4bc0-8084-d8826ed65d09" providerId="ADAL" clId="{87B5FA51-AC8F-4924-8D58-229C8CD6E754}" dt="2026-01-15T19:29:20.165" v="3302" actId="404"/>
        <pc:sldMkLst>
          <pc:docMk/>
          <pc:sldMk cId="2476237043" sldId="294"/>
        </pc:sldMkLst>
        <pc:spChg chg="mod">
          <ac:chgData name="Andrea Covelli" userId="5c0ff078-77f1-4bc0-8084-d8826ed65d09" providerId="ADAL" clId="{87B5FA51-AC8F-4924-8D58-229C8CD6E754}" dt="2026-01-15T19:29:20.165" v="3302" actId="404"/>
          <ac:spMkLst>
            <pc:docMk/>
            <pc:sldMk cId="2476237043" sldId="294"/>
            <ac:spMk id="4" creationId="{8645163A-79C0-3B03-2DE7-5D98FCE5C290}"/>
          </ac:spMkLst>
        </pc:spChg>
      </pc:sldChg>
      <pc:sldChg chg="modSp mod">
        <pc:chgData name="Andrea Covelli" userId="5c0ff078-77f1-4bc0-8084-d8826ed65d09" providerId="ADAL" clId="{87B5FA51-AC8F-4924-8D58-229C8CD6E754}" dt="2026-01-15T18:36:12.192" v="3181" actId="1037"/>
        <pc:sldMkLst>
          <pc:docMk/>
          <pc:sldMk cId="2870128514" sldId="309"/>
        </pc:sldMkLst>
        <pc:picChg chg="mod">
          <ac:chgData name="Andrea Covelli" userId="5c0ff078-77f1-4bc0-8084-d8826ed65d09" providerId="ADAL" clId="{87B5FA51-AC8F-4924-8D58-229C8CD6E754}" dt="2026-01-15T18:36:12.192" v="3181" actId="1037"/>
          <ac:picMkLst>
            <pc:docMk/>
            <pc:sldMk cId="2870128514" sldId="309"/>
            <ac:picMk id="5" creationId="{5BACA08A-ACB2-7829-A7AB-7F33293C8E9A}"/>
          </ac:picMkLst>
        </pc:picChg>
      </pc:sldChg>
      <pc:sldChg chg="modSp mod">
        <pc:chgData name="Andrea Covelli" userId="5c0ff078-77f1-4bc0-8084-d8826ed65d09" providerId="ADAL" clId="{87B5FA51-AC8F-4924-8D58-229C8CD6E754}" dt="2026-01-15T19:06:31.102" v="3293" actId="1035"/>
        <pc:sldMkLst>
          <pc:docMk/>
          <pc:sldMk cId="2587132600" sldId="311"/>
        </pc:sldMkLst>
        <pc:graphicFrameChg chg="mod">
          <ac:chgData name="Andrea Covelli" userId="5c0ff078-77f1-4bc0-8084-d8826ed65d09" providerId="ADAL" clId="{87B5FA51-AC8F-4924-8D58-229C8CD6E754}" dt="2026-01-15T19:06:31.102" v="3293" actId="1035"/>
          <ac:graphicFrameMkLst>
            <pc:docMk/>
            <pc:sldMk cId="2587132600" sldId="311"/>
            <ac:graphicFrameMk id="5" creationId="{745BACE1-E73D-07C8-F469-493909E4DFA4}"/>
          </ac:graphicFrameMkLst>
        </pc:graphicFrameChg>
      </pc:sldChg>
      <pc:sldChg chg="modSp mod">
        <pc:chgData name="Andrea Covelli" userId="5c0ff078-77f1-4bc0-8084-d8826ed65d09" providerId="ADAL" clId="{87B5FA51-AC8F-4924-8D58-229C8CD6E754}" dt="2026-01-15T16:39:31.123" v="1282" actId="208"/>
        <pc:sldMkLst>
          <pc:docMk/>
          <pc:sldMk cId="1027308823" sldId="314"/>
        </pc:sldMkLst>
        <pc:spChg chg="mod">
          <ac:chgData name="Andrea Covelli" userId="5c0ff078-77f1-4bc0-8084-d8826ed65d09" providerId="ADAL" clId="{87B5FA51-AC8F-4924-8D58-229C8CD6E754}" dt="2026-01-15T16:39:31.123" v="1282" actId="208"/>
          <ac:spMkLst>
            <pc:docMk/>
            <pc:sldMk cId="1027308823" sldId="314"/>
            <ac:spMk id="3" creationId="{B0329094-31AC-1B6B-FA34-3427381F9940}"/>
          </ac:spMkLst>
        </pc:spChg>
      </pc:sldChg>
      <pc:sldChg chg="modSp mod">
        <pc:chgData name="Andrea Covelli" userId="5c0ff078-77f1-4bc0-8084-d8826ed65d09" providerId="ADAL" clId="{87B5FA51-AC8F-4924-8D58-229C8CD6E754}" dt="2026-01-15T18:35:36.150" v="3179" actId="1076"/>
        <pc:sldMkLst>
          <pc:docMk/>
          <pc:sldMk cId="1116761543" sldId="315"/>
        </pc:sldMkLst>
        <pc:graphicFrameChg chg="mod">
          <ac:chgData name="Andrea Covelli" userId="5c0ff078-77f1-4bc0-8084-d8826ed65d09" providerId="ADAL" clId="{87B5FA51-AC8F-4924-8D58-229C8CD6E754}" dt="2026-01-15T18:35:30.951" v="3178" actId="1076"/>
          <ac:graphicFrameMkLst>
            <pc:docMk/>
            <pc:sldMk cId="1116761543" sldId="315"/>
            <ac:graphicFrameMk id="3" creationId="{263260C2-C512-B61C-A1B5-2471EA7D9DA5}"/>
          </ac:graphicFrameMkLst>
        </pc:graphicFrameChg>
        <pc:graphicFrameChg chg="mod">
          <ac:chgData name="Andrea Covelli" userId="5c0ff078-77f1-4bc0-8084-d8826ed65d09" providerId="ADAL" clId="{87B5FA51-AC8F-4924-8D58-229C8CD6E754}" dt="2026-01-15T18:35:36.150" v="3179" actId="1076"/>
          <ac:graphicFrameMkLst>
            <pc:docMk/>
            <pc:sldMk cId="1116761543" sldId="315"/>
            <ac:graphicFrameMk id="8" creationId="{E5B978B8-DA25-7926-AC20-3DF1974C7517}"/>
          </ac:graphicFrameMkLst>
        </pc:graphicFrameChg>
      </pc:sldChg>
      <pc:sldChg chg="modSp mod">
        <pc:chgData name="Andrea Covelli" userId="5c0ff078-77f1-4bc0-8084-d8826ed65d09" providerId="ADAL" clId="{87B5FA51-AC8F-4924-8D58-229C8CD6E754}" dt="2026-01-15T17:18:48.421" v="1981" actId="20577"/>
        <pc:sldMkLst>
          <pc:docMk/>
          <pc:sldMk cId="1428050236" sldId="316"/>
        </pc:sldMkLst>
        <pc:spChg chg="mod">
          <ac:chgData name="Andrea Covelli" userId="5c0ff078-77f1-4bc0-8084-d8826ed65d09" providerId="ADAL" clId="{87B5FA51-AC8F-4924-8D58-229C8CD6E754}" dt="2026-01-15T17:18:48.421" v="1981" actId="20577"/>
          <ac:spMkLst>
            <pc:docMk/>
            <pc:sldMk cId="1428050236" sldId="316"/>
            <ac:spMk id="7" creationId="{D27B4FDA-F341-DF63-BA1A-4829B62A4A80}"/>
          </ac:spMkLst>
        </pc:spChg>
      </pc:sldChg>
      <pc:sldChg chg="addSp delSp modSp new mod">
        <pc:chgData name="Andrea Covelli" userId="5c0ff078-77f1-4bc0-8084-d8826ed65d09" providerId="ADAL" clId="{87B5FA51-AC8F-4924-8D58-229C8CD6E754}" dt="2026-01-15T22:53:16.852" v="3340" actId="14826"/>
        <pc:sldMkLst>
          <pc:docMk/>
          <pc:sldMk cId="2542812445" sldId="317"/>
        </pc:sldMkLst>
        <pc:spChg chg="mod">
          <ac:chgData name="Andrea Covelli" userId="5c0ff078-77f1-4bc0-8084-d8826ed65d09" providerId="ADAL" clId="{87B5FA51-AC8F-4924-8D58-229C8CD6E754}" dt="2026-01-15T17:22:23.151" v="1992" actId="113"/>
          <ac:spMkLst>
            <pc:docMk/>
            <pc:sldMk cId="2542812445" sldId="317"/>
            <ac:spMk id="2" creationId="{BC68C0D7-B0A9-8CD3-3848-5B1E0C70CB67}"/>
          </ac:spMkLst>
        </pc:spChg>
        <pc:spChg chg="add del mod">
          <ac:chgData name="Andrea Covelli" userId="5c0ff078-77f1-4bc0-8084-d8826ed65d09" providerId="ADAL" clId="{87B5FA51-AC8F-4924-8D58-229C8CD6E754}" dt="2026-01-15T17:01:27.436" v="1858" actId="478"/>
          <ac:spMkLst>
            <pc:docMk/>
            <pc:sldMk cId="2542812445" sldId="317"/>
            <ac:spMk id="4" creationId="{540656CD-0185-BCFF-0FF5-790742FB774B}"/>
          </ac:spMkLst>
        </pc:spChg>
        <pc:spChg chg="add">
          <ac:chgData name="Andrea Covelli" userId="5c0ff078-77f1-4bc0-8084-d8826ed65d09" providerId="ADAL" clId="{87B5FA51-AC8F-4924-8D58-229C8CD6E754}" dt="2026-01-15T16:56:30.083" v="1847"/>
          <ac:spMkLst>
            <pc:docMk/>
            <pc:sldMk cId="2542812445" sldId="317"/>
            <ac:spMk id="5" creationId="{90E8E96D-C48F-818A-16CA-F66BBAC8E61B}"/>
          </ac:spMkLst>
        </pc:spChg>
        <pc:spChg chg="add del mod">
          <ac:chgData name="Andrea Covelli" userId="5c0ff078-77f1-4bc0-8084-d8826ed65d09" providerId="ADAL" clId="{87B5FA51-AC8F-4924-8D58-229C8CD6E754}" dt="2026-01-15T16:56:46.409" v="1851"/>
          <ac:spMkLst>
            <pc:docMk/>
            <pc:sldMk cId="2542812445" sldId="317"/>
            <ac:spMk id="6" creationId="{F25A7CDA-F1EF-5DF7-1136-B9B0E8F94F49}"/>
          </ac:spMkLst>
        </pc:spChg>
        <pc:spChg chg="add del">
          <ac:chgData name="Andrea Covelli" userId="5c0ff078-77f1-4bc0-8084-d8826ed65d09" providerId="ADAL" clId="{87B5FA51-AC8F-4924-8D58-229C8CD6E754}" dt="2026-01-15T17:01:01.341" v="1855" actId="22"/>
          <ac:spMkLst>
            <pc:docMk/>
            <pc:sldMk cId="2542812445" sldId="317"/>
            <ac:spMk id="8" creationId="{C2D324C0-19BA-A4E9-A5B8-3AA353067BEE}"/>
          </ac:spMkLst>
        </pc:spChg>
        <pc:spChg chg="add mod">
          <ac:chgData name="Andrea Covelli" userId="5c0ff078-77f1-4bc0-8084-d8826ed65d09" providerId="ADAL" clId="{87B5FA51-AC8F-4924-8D58-229C8CD6E754}" dt="2026-01-15T17:34:59.753" v="2023" actId="1076"/>
          <ac:spMkLst>
            <pc:docMk/>
            <pc:sldMk cId="2542812445" sldId="317"/>
            <ac:spMk id="19" creationId="{F60F9515-F4F1-5419-B8E6-6A16D32ABA1A}"/>
          </ac:spMkLst>
        </pc:spChg>
        <pc:spChg chg="add del">
          <ac:chgData name="Andrea Covelli" userId="5c0ff078-77f1-4bc0-8084-d8826ed65d09" providerId="ADAL" clId="{87B5FA51-AC8F-4924-8D58-229C8CD6E754}" dt="2026-01-15T17:06:19.101" v="1886" actId="22"/>
          <ac:spMkLst>
            <pc:docMk/>
            <pc:sldMk cId="2542812445" sldId="317"/>
            <ac:spMk id="21" creationId="{925C1C37-1764-6476-6BF1-94E836E394B0}"/>
          </ac:spMkLst>
        </pc:spChg>
        <pc:spChg chg="add mod">
          <ac:chgData name="Andrea Covelli" userId="5c0ff078-77f1-4bc0-8084-d8826ed65d09" providerId="ADAL" clId="{87B5FA51-AC8F-4924-8D58-229C8CD6E754}" dt="2026-01-15T17:34:59.753" v="2023" actId="1076"/>
          <ac:spMkLst>
            <pc:docMk/>
            <pc:sldMk cId="2542812445" sldId="317"/>
            <ac:spMk id="23" creationId="{01B35CE3-D4FA-5213-E5E3-4F87D3B3DB23}"/>
          </ac:spMkLst>
        </pc:spChg>
        <pc:spChg chg="add del">
          <ac:chgData name="Andrea Covelli" userId="5c0ff078-77f1-4bc0-8084-d8826ed65d09" providerId="ADAL" clId="{87B5FA51-AC8F-4924-8D58-229C8CD6E754}" dt="2026-01-15T17:07:00.101" v="1900" actId="22"/>
          <ac:spMkLst>
            <pc:docMk/>
            <pc:sldMk cId="2542812445" sldId="317"/>
            <ac:spMk id="25" creationId="{13455BD8-F7B4-3276-4B7D-965D60209756}"/>
          </ac:spMkLst>
        </pc:spChg>
        <pc:spChg chg="add mod">
          <ac:chgData name="Andrea Covelli" userId="5c0ff078-77f1-4bc0-8084-d8826ed65d09" providerId="ADAL" clId="{87B5FA51-AC8F-4924-8D58-229C8CD6E754}" dt="2026-01-15T17:34:59.753" v="2023" actId="1076"/>
          <ac:spMkLst>
            <pc:docMk/>
            <pc:sldMk cId="2542812445" sldId="317"/>
            <ac:spMk id="27" creationId="{82D4BB2C-EFD8-4507-F93B-6C0B76943693}"/>
          </ac:spMkLst>
        </pc:spChg>
        <pc:picChg chg="add del mod">
          <ac:chgData name="Andrea Covelli" userId="5c0ff078-77f1-4bc0-8084-d8826ed65d09" providerId="ADAL" clId="{87B5FA51-AC8F-4924-8D58-229C8CD6E754}" dt="2026-01-15T22:49:26.096" v="3336" actId="478"/>
          <ac:picMkLst>
            <pc:docMk/>
            <pc:sldMk cId="2542812445" sldId="317"/>
            <ac:picMk id="4" creationId="{F5CCFF4B-B5A8-69F0-56B2-790CC040DC08}"/>
          </ac:picMkLst>
        </pc:picChg>
        <pc:picChg chg="add mod">
          <ac:chgData name="Andrea Covelli" userId="5c0ff078-77f1-4bc0-8084-d8826ed65d09" providerId="ADAL" clId="{87B5FA51-AC8F-4924-8D58-229C8CD6E754}" dt="2026-01-15T22:49:27.943" v="3337"/>
          <ac:picMkLst>
            <pc:docMk/>
            <pc:sldMk cId="2542812445" sldId="317"/>
            <ac:picMk id="6" creationId="{566DF74B-B9DB-A1D9-7A07-6CDF6AF8ADAA}"/>
          </ac:picMkLst>
        </pc:picChg>
        <pc:picChg chg="add mod">
          <ac:chgData name="Andrea Covelli" userId="5c0ff078-77f1-4bc0-8084-d8826ed65d09" providerId="ADAL" clId="{87B5FA51-AC8F-4924-8D58-229C8CD6E754}" dt="2026-01-15T17:01:11.566" v="1856"/>
          <ac:picMkLst>
            <pc:docMk/>
            <pc:sldMk cId="2542812445" sldId="317"/>
            <ac:picMk id="10" creationId="{F737D430-5DF6-A67A-11E1-41606462DA09}"/>
          </ac:picMkLst>
        </pc:picChg>
        <pc:picChg chg="add mod">
          <ac:chgData name="Andrea Covelli" userId="5c0ff078-77f1-4bc0-8084-d8826ed65d09" providerId="ADAL" clId="{87B5FA51-AC8F-4924-8D58-229C8CD6E754}" dt="2026-01-15T17:01:19.376" v="1857"/>
          <ac:picMkLst>
            <pc:docMk/>
            <pc:sldMk cId="2542812445" sldId="317"/>
            <ac:picMk id="12" creationId="{D0E6E431-F4C3-385D-EE59-FABFA34BA400}"/>
          </ac:picMkLst>
        </pc:picChg>
        <pc:picChg chg="add del mod">
          <ac:chgData name="Andrea Covelli" userId="5c0ff078-77f1-4bc0-8084-d8826ed65d09" providerId="ADAL" clId="{87B5FA51-AC8F-4924-8D58-229C8CD6E754}" dt="2026-01-15T17:02:59.471" v="1863" actId="478"/>
          <ac:picMkLst>
            <pc:docMk/>
            <pc:sldMk cId="2542812445" sldId="317"/>
            <ac:picMk id="14" creationId="{105A5DA9-4476-8078-5379-EDFF8758BF0B}"/>
          </ac:picMkLst>
        </pc:picChg>
        <pc:picChg chg="add del mod">
          <ac:chgData name="Andrea Covelli" userId="5c0ff078-77f1-4bc0-8084-d8826ed65d09" providerId="ADAL" clId="{87B5FA51-AC8F-4924-8D58-229C8CD6E754}" dt="2026-01-15T17:04:51.911" v="1869" actId="478"/>
          <ac:picMkLst>
            <pc:docMk/>
            <pc:sldMk cId="2542812445" sldId="317"/>
            <ac:picMk id="16" creationId="{C0C1FB6D-BE2E-2A3C-3DE8-3B06032B18BE}"/>
          </ac:picMkLst>
        </pc:picChg>
        <pc:picChg chg="add mod">
          <ac:chgData name="Andrea Covelli" userId="5c0ff078-77f1-4bc0-8084-d8826ed65d09" providerId="ADAL" clId="{87B5FA51-AC8F-4924-8D58-229C8CD6E754}" dt="2026-01-15T22:53:16.852" v="3340" actId="14826"/>
          <ac:picMkLst>
            <pc:docMk/>
            <pc:sldMk cId="2542812445" sldId="317"/>
            <ac:picMk id="18" creationId="{AE6056B6-C4F6-B77E-B44C-24F958AB1378}"/>
          </ac:picMkLst>
        </pc:picChg>
      </pc:sldChg>
      <pc:sldChg chg="addSp delSp modSp new mod modNotesTx">
        <pc:chgData name="Andrea Covelli" userId="5c0ff078-77f1-4bc0-8084-d8826ed65d09" providerId="ADAL" clId="{87B5FA51-AC8F-4924-8D58-229C8CD6E754}" dt="2026-01-15T22:37:07.919" v="3334" actId="113"/>
        <pc:sldMkLst>
          <pc:docMk/>
          <pc:sldMk cId="3563881444" sldId="318"/>
        </pc:sldMkLst>
        <pc:spChg chg="mod">
          <ac:chgData name="Andrea Covelli" userId="5c0ff078-77f1-4bc0-8084-d8826ed65d09" providerId="ADAL" clId="{87B5FA51-AC8F-4924-8D58-229C8CD6E754}" dt="2026-01-15T17:22:25.981" v="1993" actId="113"/>
          <ac:spMkLst>
            <pc:docMk/>
            <pc:sldMk cId="3563881444" sldId="318"/>
            <ac:spMk id="2" creationId="{BA6CF2A4-8DE2-3A9D-FAB8-B3E750E5FF69}"/>
          </ac:spMkLst>
        </pc:spChg>
        <pc:spChg chg="add mod">
          <ac:chgData name="Andrea Covelli" userId="5c0ff078-77f1-4bc0-8084-d8826ed65d09" providerId="ADAL" clId="{87B5FA51-AC8F-4924-8D58-229C8CD6E754}" dt="2026-01-15T17:20:17.291" v="1988" actId="1076"/>
          <ac:spMkLst>
            <pc:docMk/>
            <pc:sldMk cId="3563881444" sldId="318"/>
            <ac:spMk id="3" creationId="{B1B9A741-C9C7-134E-BD2F-FE248922B088}"/>
          </ac:spMkLst>
        </pc:spChg>
        <pc:spChg chg="add del mod">
          <ac:chgData name="Andrea Covelli" userId="5c0ff078-77f1-4bc0-8084-d8826ed65d09" providerId="ADAL" clId="{87B5FA51-AC8F-4924-8D58-229C8CD6E754}" dt="2026-01-15T17:32:36.525" v="2000" actId="478"/>
          <ac:spMkLst>
            <pc:docMk/>
            <pc:sldMk cId="3563881444" sldId="318"/>
            <ac:spMk id="5" creationId="{F2F162BE-0A0F-E332-5B80-04031EFDA68E}"/>
          </ac:spMkLst>
        </pc:spChg>
        <pc:spChg chg="add">
          <ac:chgData name="Andrea Covelli" userId="5c0ff078-77f1-4bc0-8084-d8826ed65d09" providerId="ADAL" clId="{87B5FA51-AC8F-4924-8D58-229C8CD6E754}" dt="2026-01-15T17:32:31.776" v="1999"/>
          <ac:spMkLst>
            <pc:docMk/>
            <pc:sldMk cId="3563881444" sldId="318"/>
            <ac:spMk id="6" creationId="{5F7F6A64-67E9-35A5-D5A4-EC1A3C1D7017}"/>
          </ac:spMkLst>
        </pc:spChg>
        <pc:spChg chg="add mod">
          <ac:chgData name="Andrea Covelli" userId="5c0ff078-77f1-4bc0-8084-d8826ed65d09" providerId="ADAL" clId="{87B5FA51-AC8F-4924-8D58-229C8CD6E754}" dt="2026-01-15T17:32:41.992" v="2003" actId="1076"/>
          <ac:spMkLst>
            <pc:docMk/>
            <pc:sldMk cId="3563881444" sldId="318"/>
            <ac:spMk id="7" creationId="{0EDD7B6C-06FC-9352-52BD-C99E5AFCB6BD}"/>
          </ac:spMkLst>
        </pc:spChg>
        <pc:spChg chg="add del mod">
          <ac:chgData name="Andrea Covelli" userId="5c0ff078-77f1-4bc0-8084-d8826ed65d09" providerId="ADAL" clId="{87B5FA51-AC8F-4924-8D58-229C8CD6E754}" dt="2026-01-15T17:52:13.169" v="2196" actId="478"/>
          <ac:spMkLst>
            <pc:docMk/>
            <pc:sldMk cId="3563881444" sldId="318"/>
            <ac:spMk id="9" creationId="{E5667BD0-1895-352D-7E14-913A6BA1CF9F}"/>
          </ac:spMkLst>
        </pc:spChg>
        <pc:spChg chg="mod">
          <ac:chgData name="Andrea Covelli" userId="5c0ff078-77f1-4bc0-8084-d8826ed65d09" providerId="ADAL" clId="{87B5FA51-AC8F-4924-8D58-229C8CD6E754}" dt="2026-01-15T17:45:51.215" v="2090" actId="1076"/>
          <ac:spMkLst>
            <pc:docMk/>
            <pc:sldMk cId="3563881444" sldId="318"/>
            <ac:spMk id="11" creationId="{6880A481-F09C-A3BB-CC27-2326A03A24C5}"/>
          </ac:spMkLst>
        </pc:spChg>
        <pc:spChg chg="mod">
          <ac:chgData name="Andrea Covelli" userId="5c0ff078-77f1-4bc0-8084-d8826ed65d09" providerId="ADAL" clId="{87B5FA51-AC8F-4924-8D58-229C8CD6E754}" dt="2026-01-15T17:51:09.397" v="2176" actId="207"/>
          <ac:spMkLst>
            <pc:docMk/>
            <pc:sldMk cId="3563881444" sldId="318"/>
            <ac:spMk id="12" creationId="{AF91E60F-F729-A6C3-93C1-5BDFECA19972}"/>
          </ac:spMkLst>
        </pc:spChg>
        <pc:spChg chg="add mod">
          <ac:chgData name="Andrea Covelli" userId="5c0ff078-77f1-4bc0-8084-d8826ed65d09" providerId="ADAL" clId="{87B5FA51-AC8F-4924-8D58-229C8CD6E754}" dt="2026-01-15T17:52:58.750" v="2213" actId="1036"/>
          <ac:spMkLst>
            <pc:docMk/>
            <pc:sldMk cId="3563881444" sldId="318"/>
            <ac:spMk id="14" creationId="{1A425B04-D120-6B14-98C7-96ABE0E4F0BA}"/>
          </ac:spMkLst>
        </pc:spChg>
        <pc:spChg chg="add mod">
          <ac:chgData name="Andrea Covelli" userId="5c0ff078-77f1-4bc0-8084-d8826ed65d09" providerId="ADAL" clId="{87B5FA51-AC8F-4924-8D58-229C8CD6E754}" dt="2026-01-15T17:52:58.750" v="2213" actId="1036"/>
          <ac:spMkLst>
            <pc:docMk/>
            <pc:sldMk cId="3563881444" sldId="318"/>
            <ac:spMk id="16" creationId="{4DF1A4D2-8B77-7272-D257-6497750892CF}"/>
          </ac:spMkLst>
        </pc:spChg>
        <pc:spChg chg="add mod">
          <ac:chgData name="Andrea Covelli" userId="5c0ff078-77f1-4bc0-8084-d8826ed65d09" providerId="ADAL" clId="{87B5FA51-AC8F-4924-8D58-229C8CD6E754}" dt="2026-01-15T17:52:58.750" v="2213" actId="1036"/>
          <ac:spMkLst>
            <pc:docMk/>
            <pc:sldMk cId="3563881444" sldId="318"/>
            <ac:spMk id="17" creationId="{0CCCA143-2EAA-6E49-9510-00DE52C89E32}"/>
          </ac:spMkLst>
        </pc:spChg>
        <pc:spChg chg="mod">
          <ac:chgData name="Andrea Covelli" userId="5c0ff078-77f1-4bc0-8084-d8826ed65d09" providerId="ADAL" clId="{87B5FA51-AC8F-4924-8D58-229C8CD6E754}" dt="2026-01-15T17:48:01.130" v="2119"/>
          <ac:spMkLst>
            <pc:docMk/>
            <pc:sldMk cId="3563881444" sldId="318"/>
            <ac:spMk id="19" creationId="{95173F39-A1E0-5356-2F9F-5E34D7D7AACE}"/>
          </ac:spMkLst>
        </pc:spChg>
        <pc:spChg chg="mod">
          <ac:chgData name="Andrea Covelli" userId="5c0ff078-77f1-4bc0-8084-d8826ed65d09" providerId="ADAL" clId="{87B5FA51-AC8F-4924-8D58-229C8CD6E754}" dt="2026-01-15T17:51:25.026" v="2179" actId="207"/>
          <ac:spMkLst>
            <pc:docMk/>
            <pc:sldMk cId="3563881444" sldId="318"/>
            <ac:spMk id="20" creationId="{11BEC027-1C2E-9ECA-41B2-F98651C545A2}"/>
          </ac:spMkLst>
        </pc:spChg>
        <pc:spChg chg="add mod">
          <ac:chgData name="Andrea Covelli" userId="5c0ff078-77f1-4bc0-8084-d8826ed65d09" providerId="ADAL" clId="{87B5FA51-AC8F-4924-8D58-229C8CD6E754}" dt="2026-01-15T17:52:58.750" v="2213" actId="1036"/>
          <ac:spMkLst>
            <pc:docMk/>
            <pc:sldMk cId="3563881444" sldId="318"/>
            <ac:spMk id="21" creationId="{D65847E0-77C6-DE85-44DC-55DDCED47C8D}"/>
          </ac:spMkLst>
        </pc:spChg>
        <pc:spChg chg="add mod">
          <ac:chgData name="Andrea Covelli" userId="5c0ff078-77f1-4bc0-8084-d8826ed65d09" providerId="ADAL" clId="{87B5FA51-AC8F-4924-8D58-229C8CD6E754}" dt="2026-01-15T17:52:58.750" v="2213" actId="1036"/>
          <ac:spMkLst>
            <pc:docMk/>
            <pc:sldMk cId="3563881444" sldId="318"/>
            <ac:spMk id="22" creationId="{6A329F80-B4EA-1B58-AEB4-7A548A9CB956}"/>
          </ac:spMkLst>
        </pc:spChg>
        <pc:spChg chg="add mod">
          <ac:chgData name="Andrea Covelli" userId="5c0ff078-77f1-4bc0-8084-d8826ed65d09" providerId="ADAL" clId="{87B5FA51-AC8F-4924-8D58-229C8CD6E754}" dt="2026-01-15T22:37:07.919" v="3334" actId="113"/>
          <ac:spMkLst>
            <pc:docMk/>
            <pc:sldMk cId="3563881444" sldId="318"/>
            <ac:spMk id="23" creationId="{76ED90EA-9EF5-3D31-EF23-E3F9A6C44611}"/>
          </ac:spMkLst>
        </pc:spChg>
        <pc:spChg chg="mod">
          <ac:chgData name="Andrea Covelli" userId="5c0ff078-77f1-4bc0-8084-d8826ed65d09" providerId="ADAL" clId="{87B5FA51-AC8F-4924-8D58-229C8CD6E754}" dt="2026-01-15T17:49:44.175" v="2153"/>
          <ac:spMkLst>
            <pc:docMk/>
            <pc:sldMk cId="3563881444" sldId="318"/>
            <ac:spMk id="25" creationId="{9EC727DA-CFC8-3AAA-6394-73234367BF40}"/>
          </ac:spMkLst>
        </pc:spChg>
        <pc:spChg chg="mod">
          <ac:chgData name="Andrea Covelli" userId="5c0ff078-77f1-4bc0-8084-d8826ed65d09" providerId="ADAL" clId="{87B5FA51-AC8F-4924-8D58-229C8CD6E754}" dt="2026-01-15T17:51:27.211" v="2180" actId="207"/>
          <ac:spMkLst>
            <pc:docMk/>
            <pc:sldMk cId="3563881444" sldId="318"/>
            <ac:spMk id="26" creationId="{3712141B-A341-419F-BDE3-D8DE203B1C4F}"/>
          </ac:spMkLst>
        </pc:spChg>
        <pc:spChg chg="add mod">
          <ac:chgData name="Andrea Covelli" userId="5c0ff078-77f1-4bc0-8084-d8826ed65d09" providerId="ADAL" clId="{87B5FA51-AC8F-4924-8D58-229C8CD6E754}" dt="2026-01-15T17:52:58.750" v="2213" actId="1036"/>
          <ac:spMkLst>
            <pc:docMk/>
            <pc:sldMk cId="3563881444" sldId="318"/>
            <ac:spMk id="28" creationId="{25535B16-3BF0-C804-52F9-A938F23841A5}"/>
          </ac:spMkLst>
        </pc:spChg>
        <pc:spChg chg="add mod">
          <ac:chgData name="Andrea Covelli" userId="5c0ff078-77f1-4bc0-8084-d8826ed65d09" providerId="ADAL" clId="{87B5FA51-AC8F-4924-8D58-229C8CD6E754}" dt="2026-01-15T17:52:58.750" v="2213" actId="1036"/>
          <ac:spMkLst>
            <pc:docMk/>
            <pc:sldMk cId="3563881444" sldId="318"/>
            <ac:spMk id="30" creationId="{E924CDFC-0604-76CB-6406-99808AB59182}"/>
          </ac:spMkLst>
        </pc:spChg>
        <pc:spChg chg="add mod">
          <ac:chgData name="Andrea Covelli" userId="5c0ff078-77f1-4bc0-8084-d8826ed65d09" providerId="ADAL" clId="{87B5FA51-AC8F-4924-8D58-229C8CD6E754}" dt="2026-01-15T17:52:58.750" v="2213" actId="1036"/>
          <ac:spMkLst>
            <pc:docMk/>
            <pc:sldMk cId="3563881444" sldId="318"/>
            <ac:spMk id="32" creationId="{31A6F483-2135-3A03-76F3-A203626558D0}"/>
          </ac:spMkLst>
        </pc:spChg>
        <pc:grpChg chg="add mod">
          <ac:chgData name="Andrea Covelli" userId="5c0ff078-77f1-4bc0-8084-d8826ed65d09" providerId="ADAL" clId="{87B5FA51-AC8F-4924-8D58-229C8CD6E754}" dt="2026-01-15T17:52:58.750" v="2213" actId="1036"/>
          <ac:grpSpMkLst>
            <pc:docMk/>
            <pc:sldMk cId="3563881444" sldId="318"/>
            <ac:grpSpMk id="10" creationId="{DED3F2AC-C986-85DF-04FE-71C519BFB39A}"/>
          </ac:grpSpMkLst>
        </pc:grpChg>
        <pc:grpChg chg="add mod">
          <ac:chgData name="Andrea Covelli" userId="5c0ff078-77f1-4bc0-8084-d8826ed65d09" providerId="ADAL" clId="{87B5FA51-AC8F-4924-8D58-229C8CD6E754}" dt="2026-01-15T17:48:08.941" v="2120" actId="1076"/>
          <ac:grpSpMkLst>
            <pc:docMk/>
            <pc:sldMk cId="3563881444" sldId="318"/>
            <ac:grpSpMk id="18" creationId="{275F777A-AD89-A047-B8C2-F217ED33B3F4}"/>
          </ac:grpSpMkLst>
        </pc:grpChg>
        <pc:grpChg chg="add mod">
          <ac:chgData name="Andrea Covelli" userId="5c0ff078-77f1-4bc0-8084-d8826ed65d09" providerId="ADAL" clId="{87B5FA51-AC8F-4924-8D58-229C8CD6E754}" dt="2026-01-15T17:52:23.791" v="2197" actId="1076"/>
          <ac:grpSpMkLst>
            <pc:docMk/>
            <pc:sldMk cId="3563881444" sldId="318"/>
            <ac:grpSpMk id="24" creationId="{EFB0E8E0-C016-2829-4DBD-FF854D5C9F70}"/>
          </ac:grpSpMkLst>
        </pc:grpChg>
      </pc:sldChg>
      <pc:sldChg chg="addSp delSp modSp new mod">
        <pc:chgData name="Andrea Covelli" userId="5c0ff078-77f1-4bc0-8084-d8826ed65d09" providerId="ADAL" clId="{87B5FA51-AC8F-4924-8D58-229C8CD6E754}" dt="2026-01-15T22:35:41.873" v="3330" actId="404"/>
        <pc:sldMkLst>
          <pc:docMk/>
          <pc:sldMk cId="2517341137" sldId="319"/>
        </pc:sldMkLst>
        <pc:spChg chg="mod">
          <ac:chgData name="Andrea Covelli" userId="5c0ff078-77f1-4bc0-8084-d8826ed65d09" providerId="ADAL" clId="{87B5FA51-AC8F-4924-8D58-229C8CD6E754}" dt="2026-01-15T17:22:29.438" v="1994" actId="113"/>
          <ac:spMkLst>
            <pc:docMk/>
            <pc:sldMk cId="2517341137" sldId="319"/>
            <ac:spMk id="2" creationId="{E35F5567-7D0C-95F5-E2EA-AEB9C8EF1A2D}"/>
          </ac:spMkLst>
        </pc:spChg>
        <pc:spChg chg="add mod">
          <ac:chgData name="Andrea Covelli" userId="5c0ff078-77f1-4bc0-8084-d8826ed65d09" providerId="ADAL" clId="{87B5FA51-AC8F-4924-8D58-229C8CD6E754}" dt="2026-01-15T18:14:10.861" v="2611" actId="1076"/>
          <ac:spMkLst>
            <pc:docMk/>
            <pc:sldMk cId="2517341137" sldId="319"/>
            <ac:spMk id="4" creationId="{F1212595-81E5-D0E7-1990-446C5D770C78}"/>
          </ac:spMkLst>
        </pc:spChg>
        <pc:spChg chg="add del mod">
          <ac:chgData name="Andrea Covelli" userId="5c0ff078-77f1-4bc0-8084-d8826ed65d09" providerId="ADAL" clId="{87B5FA51-AC8F-4924-8D58-229C8CD6E754}" dt="2026-01-15T18:01:55.726" v="2298" actId="478"/>
          <ac:spMkLst>
            <pc:docMk/>
            <pc:sldMk cId="2517341137" sldId="319"/>
            <ac:spMk id="6" creationId="{5069747D-8E06-7351-9685-692856235D77}"/>
          </ac:spMkLst>
        </pc:spChg>
        <pc:spChg chg="add del mod">
          <ac:chgData name="Andrea Covelli" userId="5c0ff078-77f1-4bc0-8084-d8826ed65d09" providerId="ADAL" clId="{87B5FA51-AC8F-4924-8D58-229C8CD6E754}" dt="2026-01-15T18:22:34.687" v="3170" actId="14100"/>
          <ac:spMkLst>
            <pc:docMk/>
            <pc:sldMk cId="2517341137" sldId="319"/>
            <ac:spMk id="8" creationId="{6C7D3801-8356-28E1-040C-6AE2276D2FB3}"/>
          </ac:spMkLst>
        </pc:spChg>
        <pc:spChg chg="add mod">
          <ac:chgData name="Andrea Covelli" userId="5c0ff078-77f1-4bc0-8084-d8826ed65d09" providerId="ADAL" clId="{87B5FA51-AC8F-4924-8D58-229C8CD6E754}" dt="2026-01-15T18:14:05.095" v="2610" actId="1076"/>
          <ac:spMkLst>
            <pc:docMk/>
            <pc:sldMk cId="2517341137" sldId="319"/>
            <ac:spMk id="9" creationId="{0C849E35-5D4C-EA3D-2CF8-561411E2D058}"/>
          </ac:spMkLst>
        </pc:spChg>
        <pc:spChg chg="add mod">
          <ac:chgData name="Andrea Covelli" userId="5c0ff078-77f1-4bc0-8084-d8826ed65d09" providerId="ADAL" clId="{87B5FA51-AC8F-4924-8D58-229C8CD6E754}" dt="2026-01-15T18:25:13.742" v="3177" actId="14100"/>
          <ac:spMkLst>
            <pc:docMk/>
            <pc:sldMk cId="2517341137" sldId="319"/>
            <ac:spMk id="10" creationId="{FCD4924D-3519-5E19-5CE3-0F0CFEA5353B}"/>
          </ac:spMkLst>
        </pc:spChg>
        <pc:spChg chg="add mod ord">
          <ac:chgData name="Andrea Covelli" userId="5c0ff078-77f1-4bc0-8084-d8826ed65d09" providerId="ADAL" clId="{87B5FA51-AC8F-4924-8D58-229C8CD6E754}" dt="2026-01-15T18:25:13.742" v="3177" actId="14100"/>
          <ac:spMkLst>
            <pc:docMk/>
            <pc:sldMk cId="2517341137" sldId="319"/>
            <ac:spMk id="12" creationId="{542ECE33-1C40-1610-3FCE-F622ED1ADDCF}"/>
          </ac:spMkLst>
        </pc:spChg>
        <pc:spChg chg="add del mod">
          <ac:chgData name="Andrea Covelli" userId="5c0ff078-77f1-4bc0-8084-d8826ed65d09" providerId="ADAL" clId="{87B5FA51-AC8F-4924-8D58-229C8CD6E754}" dt="2026-01-15T18:02:21.147" v="2304" actId="478"/>
          <ac:spMkLst>
            <pc:docMk/>
            <pc:sldMk cId="2517341137" sldId="319"/>
            <ac:spMk id="13" creationId="{6772B62A-80D9-F5A9-23ED-C653DB51E52C}"/>
          </ac:spMkLst>
        </pc:spChg>
        <pc:spChg chg="add del mod">
          <ac:chgData name="Andrea Covelli" userId="5c0ff078-77f1-4bc0-8084-d8826ed65d09" providerId="ADAL" clId="{87B5FA51-AC8F-4924-8D58-229C8CD6E754}" dt="2026-01-15T18:02:21.147" v="2304" actId="478"/>
          <ac:spMkLst>
            <pc:docMk/>
            <pc:sldMk cId="2517341137" sldId="319"/>
            <ac:spMk id="14" creationId="{780D9354-3685-0EC8-3E9E-F38ED7882CAD}"/>
          </ac:spMkLst>
        </pc:spChg>
        <pc:spChg chg="add del mod">
          <ac:chgData name="Andrea Covelli" userId="5c0ff078-77f1-4bc0-8084-d8826ed65d09" providerId="ADAL" clId="{87B5FA51-AC8F-4924-8D58-229C8CD6E754}" dt="2026-01-15T18:02:21.147" v="2304" actId="478"/>
          <ac:spMkLst>
            <pc:docMk/>
            <pc:sldMk cId="2517341137" sldId="319"/>
            <ac:spMk id="16" creationId="{3F29B3C5-5CA1-FBA9-6E46-55111B5499BC}"/>
          </ac:spMkLst>
        </pc:spChg>
        <pc:spChg chg="add del mod">
          <ac:chgData name="Andrea Covelli" userId="5c0ff078-77f1-4bc0-8084-d8826ed65d09" providerId="ADAL" clId="{87B5FA51-AC8F-4924-8D58-229C8CD6E754}" dt="2026-01-15T18:02:21.147" v="2304" actId="478"/>
          <ac:spMkLst>
            <pc:docMk/>
            <pc:sldMk cId="2517341137" sldId="319"/>
            <ac:spMk id="17" creationId="{580C3C32-FD04-7046-AA88-AEB3101CBB1C}"/>
          </ac:spMkLst>
        </pc:spChg>
        <pc:spChg chg="add mod">
          <ac:chgData name="Andrea Covelli" userId="5c0ff078-77f1-4bc0-8084-d8826ed65d09" providerId="ADAL" clId="{87B5FA51-AC8F-4924-8D58-229C8CD6E754}" dt="2026-01-15T18:09:01.891" v="2491" actId="1076"/>
          <ac:spMkLst>
            <pc:docMk/>
            <pc:sldMk cId="2517341137" sldId="319"/>
            <ac:spMk id="25" creationId="{4400431D-9565-91C7-97ED-70C842A4F23E}"/>
          </ac:spMkLst>
        </pc:spChg>
        <pc:spChg chg="add mod">
          <ac:chgData name="Andrea Covelli" userId="5c0ff078-77f1-4bc0-8084-d8826ed65d09" providerId="ADAL" clId="{87B5FA51-AC8F-4924-8D58-229C8CD6E754}" dt="2026-01-15T18:04:34.309" v="2405" actId="1076"/>
          <ac:spMkLst>
            <pc:docMk/>
            <pc:sldMk cId="2517341137" sldId="319"/>
            <ac:spMk id="26" creationId="{B050797A-E01C-4B33-F29D-18E6E16F7048}"/>
          </ac:spMkLst>
        </pc:spChg>
        <pc:spChg chg="add mod">
          <ac:chgData name="Andrea Covelli" userId="5c0ff078-77f1-4bc0-8084-d8826ed65d09" providerId="ADAL" clId="{87B5FA51-AC8F-4924-8D58-229C8CD6E754}" dt="2026-01-15T18:09:40.005" v="2508" actId="14100"/>
          <ac:spMkLst>
            <pc:docMk/>
            <pc:sldMk cId="2517341137" sldId="319"/>
            <ac:spMk id="28" creationId="{AFA8A965-6604-938C-FD20-ABD58FF56316}"/>
          </ac:spMkLst>
        </pc:spChg>
        <pc:spChg chg="add mod">
          <ac:chgData name="Andrea Covelli" userId="5c0ff078-77f1-4bc0-8084-d8826ed65d09" providerId="ADAL" clId="{87B5FA51-AC8F-4924-8D58-229C8CD6E754}" dt="2026-01-15T18:09:34.121" v="2507" actId="207"/>
          <ac:spMkLst>
            <pc:docMk/>
            <pc:sldMk cId="2517341137" sldId="319"/>
            <ac:spMk id="29" creationId="{6EA8C868-C25E-4F49-C282-A74BEBC91CB4}"/>
          </ac:spMkLst>
        </pc:spChg>
        <pc:spChg chg="mod">
          <ac:chgData name="Andrea Covelli" userId="5c0ff078-77f1-4bc0-8084-d8826ed65d09" providerId="ADAL" clId="{87B5FA51-AC8F-4924-8D58-229C8CD6E754}" dt="2026-01-15T18:11:12.573" v="2537" actId="207"/>
          <ac:spMkLst>
            <pc:docMk/>
            <pc:sldMk cId="2517341137" sldId="319"/>
            <ac:spMk id="46" creationId="{B33BC12D-DB9F-06A6-9384-4640E1711F9E}"/>
          </ac:spMkLst>
        </pc:spChg>
        <pc:spChg chg="mod">
          <ac:chgData name="Andrea Covelli" userId="5c0ff078-77f1-4bc0-8084-d8826ed65d09" providerId="ADAL" clId="{87B5FA51-AC8F-4924-8D58-229C8CD6E754}" dt="2026-01-15T18:10:40.905" v="2530" actId="478"/>
          <ac:spMkLst>
            <pc:docMk/>
            <pc:sldMk cId="2517341137" sldId="319"/>
            <ac:spMk id="47" creationId="{FAA1866C-413E-01CB-FAC7-DD6F789B7258}"/>
          </ac:spMkLst>
        </pc:spChg>
        <pc:spChg chg="mod">
          <ac:chgData name="Andrea Covelli" userId="5c0ff078-77f1-4bc0-8084-d8826ed65d09" providerId="ADAL" clId="{87B5FA51-AC8F-4924-8D58-229C8CD6E754}" dt="2026-01-15T18:12:33.993" v="2565" actId="1076"/>
          <ac:spMkLst>
            <pc:docMk/>
            <pc:sldMk cId="2517341137" sldId="319"/>
            <ac:spMk id="51" creationId="{498F87BA-F0FE-5B6A-CF12-0E6F4FE37EC6}"/>
          </ac:spMkLst>
        </pc:spChg>
        <pc:spChg chg="mod">
          <ac:chgData name="Andrea Covelli" userId="5c0ff078-77f1-4bc0-8084-d8826ed65d09" providerId="ADAL" clId="{87B5FA51-AC8F-4924-8D58-229C8CD6E754}" dt="2026-01-15T18:12:33.993" v="2565" actId="1076"/>
          <ac:spMkLst>
            <pc:docMk/>
            <pc:sldMk cId="2517341137" sldId="319"/>
            <ac:spMk id="52" creationId="{6B6C961F-50B7-B8B6-F5C1-58CB2F79FAD7}"/>
          </ac:spMkLst>
        </pc:spChg>
        <pc:spChg chg="mod">
          <ac:chgData name="Andrea Covelli" userId="5c0ff078-77f1-4bc0-8084-d8826ed65d09" providerId="ADAL" clId="{87B5FA51-AC8F-4924-8D58-229C8CD6E754}" dt="2026-01-15T18:13:25.259" v="2604" actId="1076"/>
          <ac:spMkLst>
            <pc:docMk/>
            <pc:sldMk cId="2517341137" sldId="319"/>
            <ac:spMk id="55" creationId="{FC668D72-752F-125D-A81E-8725A8760556}"/>
          </ac:spMkLst>
        </pc:spChg>
        <pc:spChg chg="add mod">
          <ac:chgData name="Andrea Covelli" userId="5c0ff078-77f1-4bc0-8084-d8826ed65d09" providerId="ADAL" clId="{87B5FA51-AC8F-4924-8D58-229C8CD6E754}" dt="2026-01-15T18:14:27.918" v="2612" actId="207"/>
          <ac:spMkLst>
            <pc:docMk/>
            <pc:sldMk cId="2517341137" sldId="319"/>
            <ac:spMk id="57" creationId="{503F62E1-8FF2-DA2B-583E-45F9B7E49FE7}"/>
          </ac:spMkLst>
        </pc:spChg>
        <pc:spChg chg="add mod">
          <ac:chgData name="Andrea Covelli" userId="5c0ff078-77f1-4bc0-8084-d8826ed65d09" providerId="ADAL" clId="{87B5FA51-AC8F-4924-8D58-229C8CD6E754}" dt="2026-01-15T22:35:33.934" v="3327" actId="113"/>
          <ac:spMkLst>
            <pc:docMk/>
            <pc:sldMk cId="2517341137" sldId="319"/>
            <ac:spMk id="62" creationId="{3DDD3792-E92D-E4BC-DDFD-B8CC55D45665}"/>
          </ac:spMkLst>
        </pc:spChg>
        <pc:spChg chg="add mod">
          <ac:chgData name="Andrea Covelli" userId="5c0ff078-77f1-4bc0-8084-d8826ed65d09" providerId="ADAL" clId="{87B5FA51-AC8F-4924-8D58-229C8CD6E754}" dt="2026-01-15T22:35:41.873" v="3330" actId="404"/>
          <ac:spMkLst>
            <pc:docMk/>
            <pc:sldMk cId="2517341137" sldId="319"/>
            <ac:spMk id="4096" creationId="{9E91DACA-C3E1-FCA3-985A-8A6D2EEFD43B}"/>
          </ac:spMkLst>
        </pc:spChg>
        <pc:spChg chg="add mod">
          <ac:chgData name="Andrea Covelli" userId="5c0ff078-77f1-4bc0-8084-d8826ed65d09" providerId="ADAL" clId="{87B5FA51-AC8F-4924-8D58-229C8CD6E754}" dt="2026-01-15T18:22:03.193" v="3160" actId="1076"/>
          <ac:spMkLst>
            <pc:docMk/>
            <pc:sldMk cId="2517341137" sldId="319"/>
            <ac:spMk id="4099" creationId="{9157AB39-204C-004E-406D-FD98DD351BAD}"/>
          </ac:spMkLst>
        </pc:spChg>
        <pc:grpChg chg="add mod">
          <ac:chgData name="Andrea Covelli" userId="5c0ff078-77f1-4bc0-8084-d8826ed65d09" providerId="ADAL" clId="{87B5FA51-AC8F-4924-8D58-229C8CD6E754}" dt="2026-01-15T18:09:04.097" v="2492" actId="1076"/>
          <ac:grpSpMkLst>
            <pc:docMk/>
            <pc:sldMk cId="2517341137" sldId="319"/>
            <ac:grpSpMk id="34" creationId="{2F346569-F9F6-2A86-A269-2EC63DA93DA7}"/>
          </ac:grpSpMkLst>
        </pc:grpChg>
        <pc:grpChg chg="add mod">
          <ac:chgData name="Andrea Covelli" userId="5c0ff078-77f1-4bc0-8084-d8826ed65d09" providerId="ADAL" clId="{87B5FA51-AC8F-4924-8D58-229C8CD6E754}" dt="2026-01-15T18:09:28.967" v="2506" actId="207"/>
          <ac:grpSpMkLst>
            <pc:docMk/>
            <pc:sldMk cId="2517341137" sldId="319"/>
            <ac:grpSpMk id="35" creationId="{21617DCD-7C79-5D49-F7A1-76BAA78D8CB7}"/>
          </ac:grpSpMkLst>
        </pc:grpChg>
        <pc:grpChg chg="add mod">
          <ac:chgData name="Andrea Covelli" userId="5c0ff078-77f1-4bc0-8084-d8826ed65d09" providerId="ADAL" clId="{87B5FA51-AC8F-4924-8D58-229C8CD6E754}" dt="2026-01-15T18:09:01.891" v="2491" actId="1076"/>
          <ac:grpSpMkLst>
            <pc:docMk/>
            <pc:sldMk cId="2517341137" sldId="319"/>
            <ac:grpSpMk id="36" creationId="{E773AF04-436A-5B1D-AC98-B1619D24DDA6}"/>
          </ac:grpSpMkLst>
        </pc:grpChg>
        <pc:grpChg chg="add mod">
          <ac:chgData name="Andrea Covelli" userId="5c0ff078-77f1-4bc0-8084-d8826ed65d09" providerId="ADAL" clId="{87B5FA51-AC8F-4924-8D58-229C8CD6E754}" dt="2026-01-15T18:08:38.807" v="2485" actId="164"/>
          <ac:grpSpMkLst>
            <pc:docMk/>
            <pc:sldMk cId="2517341137" sldId="319"/>
            <ac:grpSpMk id="39" creationId="{6767CAB1-CFD2-94C6-B462-D86263797C6E}"/>
          </ac:grpSpMkLst>
        </pc:grpChg>
        <pc:grpChg chg="add mod">
          <ac:chgData name="Andrea Covelli" userId="5c0ff078-77f1-4bc0-8084-d8826ed65d09" providerId="ADAL" clId="{87B5FA51-AC8F-4924-8D58-229C8CD6E754}" dt="2026-01-15T18:25:13.742" v="3177" actId="14100"/>
          <ac:grpSpMkLst>
            <pc:docMk/>
            <pc:sldMk cId="2517341137" sldId="319"/>
            <ac:grpSpMk id="40" creationId="{B6431099-E3C0-B59D-EFF9-5D8A1F6F5915}"/>
          </ac:grpSpMkLst>
        </pc:grpChg>
        <pc:grpChg chg="add mod">
          <ac:chgData name="Andrea Covelli" userId="5c0ff078-77f1-4bc0-8084-d8826ed65d09" providerId="ADAL" clId="{87B5FA51-AC8F-4924-8D58-229C8CD6E754}" dt="2026-01-15T18:25:13.742" v="3177" actId="14100"/>
          <ac:grpSpMkLst>
            <pc:docMk/>
            <pc:sldMk cId="2517341137" sldId="319"/>
            <ac:grpSpMk id="41" creationId="{5C081241-3880-6508-7030-C312861E75AA}"/>
          </ac:grpSpMkLst>
        </pc:grpChg>
        <pc:grpChg chg="add del mod">
          <ac:chgData name="Andrea Covelli" userId="5c0ff078-77f1-4bc0-8084-d8826ed65d09" providerId="ADAL" clId="{87B5FA51-AC8F-4924-8D58-229C8CD6E754}" dt="2026-01-15T18:10:40.905" v="2530" actId="478"/>
          <ac:grpSpMkLst>
            <pc:docMk/>
            <pc:sldMk cId="2517341137" sldId="319"/>
            <ac:grpSpMk id="43" creationId="{4C8641DB-008B-07FF-9331-7EB02F6EC0B0}"/>
          </ac:grpSpMkLst>
        </pc:grpChg>
        <pc:grpChg chg="mod">
          <ac:chgData name="Andrea Covelli" userId="5c0ff078-77f1-4bc0-8084-d8826ed65d09" providerId="ADAL" clId="{87B5FA51-AC8F-4924-8D58-229C8CD6E754}" dt="2026-01-15T18:10:40.905" v="2530" actId="478"/>
          <ac:grpSpMkLst>
            <pc:docMk/>
            <pc:sldMk cId="2517341137" sldId="319"/>
            <ac:grpSpMk id="44" creationId="{D1C2FC45-4197-AB30-5769-85B15C730374}"/>
          </ac:grpSpMkLst>
        </pc:grpChg>
        <pc:grpChg chg="add del mod">
          <ac:chgData name="Andrea Covelli" userId="5c0ff078-77f1-4bc0-8084-d8826ed65d09" providerId="ADAL" clId="{87B5FA51-AC8F-4924-8D58-229C8CD6E754}" dt="2026-01-15T18:12:18.848" v="2559" actId="478"/>
          <ac:grpSpMkLst>
            <pc:docMk/>
            <pc:sldMk cId="2517341137" sldId="319"/>
            <ac:grpSpMk id="48" creationId="{B55B2C08-926C-F305-5474-0480B6CD36A9}"/>
          </ac:grpSpMkLst>
        </pc:grpChg>
        <pc:grpChg chg="mod">
          <ac:chgData name="Andrea Covelli" userId="5c0ff078-77f1-4bc0-8084-d8826ed65d09" providerId="ADAL" clId="{87B5FA51-AC8F-4924-8D58-229C8CD6E754}" dt="2026-01-15T18:12:33.993" v="2565" actId="1076"/>
          <ac:grpSpMkLst>
            <pc:docMk/>
            <pc:sldMk cId="2517341137" sldId="319"/>
            <ac:grpSpMk id="49" creationId="{9D774098-598D-9F95-B615-EF85793601B1}"/>
          </ac:grpSpMkLst>
        </pc:grpChg>
        <pc:grpChg chg="add del mod">
          <ac:chgData name="Andrea Covelli" userId="5c0ff078-77f1-4bc0-8084-d8826ed65d09" providerId="ADAL" clId="{87B5FA51-AC8F-4924-8D58-229C8CD6E754}" dt="2026-01-15T18:13:05.713" v="2581" actId="478"/>
          <ac:grpSpMkLst>
            <pc:docMk/>
            <pc:sldMk cId="2517341137" sldId="319"/>
            <ac:grpSpMk id="54" creationId="{4FFBC302-1103-D20F-8AC1-1098D6F7FB7D}"/>
          </ac:grpSpMkLst>
        </pc:grpChg>
        <pc:graphicFrameChg chg="add mod modGraphic">
          <ac:chgData name="Andrea Covelli" userId="5c0ff078-77f1-4bc0-8084-d8826ed65d09" providerId="ADAL" clId="{87B5FA51-AC8F-4924-8D58-229C8CD6E754}" dt="2026-01-15T18:22:44.132" v="3175" actId="14100"/>
          <ac:graphicFrameMkLst>
            <pc:docMk/>
            <pc:sldMk cId="2517341137" sldId="319"/>
            <ac:graphicFrameMk id="60" creationId="{C02379F1-7858-AB14-C0D5-9EA9D420C2AE}"/>
          </ac:graphicFrameMkLst>
        </pc:graphicFrameChg>
        <pc:picChg chg="add mod">
          <ac:chgData name="Andrea Covelli" userId="5c0ff078-77f1-4bc0-8084-d8826ed65d09" providerId="ADAL" clId="{87B5FA51-AC8F-4924-8D58-229C8CD6E754}" dt="2026-01-15T18:25:13.742" v="3177" actId="14100"/>
          <ac:picMkLst>
            <pc:docMk/>
            <pc:sldMk cId="2517341137" sldId="319"/>
            <ac:picMk id="11" creationId="{FF2F6DF5-60CC-0A6A-7DED-A59D2E907728}"/>
          </ac:picMkLst>
        </pc:picChg>
        <pc:picChg chg="add del mod">
          <ac:chgData name="Andrea Covelli" userId="5c0ff078-77f1-4bc0-8084-d8826ed65d09" providerId="ADAL" clId="{87B5FA51-AC8F-4924-8D58-229C8CD6E754}" dt="2026-01-15T18:02:17.099" v="2301" actId="478"/>
          <ac:picMkLst>
            <pc:docMk/>
            <pc:sldMk cId="2517341137" sldId="319"/>
            <ac:picMk id="15" creationId="{7A4EB8BA-0532-520E-C7BC-9D87498A68D4}"/>
          </ac:picMkLst>
        </pc:picChg>
        <pc:picChg chg="add del mod">
          <ac:chgData name="Andrea Covelli" userId="5c0ff078-77f1-4bc0-8084-d8826ed65d09" providerId="ADAL" clId="{87B5FA51-AC8F-4924-8D58-229C8CD6E754}" dt="2026-01-15T18:02:17.099" v="2301" actId="478"/>
          <ac:picMkLst>
            <pc:docMk/>
            <pc:sldMk cId="2517341137" sldId="319"/>
            <ac:picMk id="18" creationId="{11154F9B-5AB7-1FF5-1DFF-E4A25122FCAD}"/>
          </ac:picMkLst>
        </pc:picChg>
        <pc:picChg chg="add del mod">
          <ac:chgData name="Andrea Covelli" userId="5c0ff078-77f1-4bc0-8084-d8826ed65d09" providerId="ADAL" clId="{87B5FA51-AC8F-4924-8D58-229C8CD6E754}" dt="2026-01-15T18:05:23.673" v="2417" actId="478"/>
          <ac:picMkLst>
            <pc:docMk/>
            <pc:sldMk cId="2517341137" sldId="319"/>
            <ac:picMk id="27" creationId="{EC1E0DA1-0B8D-D331-C479-E31C3B80A256}"/>
          </ac:picMkLst>
        </pc:picChg>
        <pc:picChg chg="add del mod">
          <ac:chgData name="Andrea Covelli" userId="5c0ff078-77f1-4bc0-8084-d8826ed65d09" providerId="ADAL" clId="{87B5FA51-AC8F-4924-8D58-229C8CD6E754}" dt="2026-01-15T18:06:09.425" v="2425" actId="478"/>
          <ac:picMkLst>
            <pc:docMk/>
            <pc:sldMk cId="2517341137" sldId="319"/>
            <ac:picMk id="30" creationId="{A9913498-68AA-3ACE-1BA6-ADE40637DBCC}"/>
          </ac:picMkLst>
        </pc:picChg>
        <pc:picChg chg="add mod">
          <ac:chgData name="Andrea Covelli" userId="5c0ff078-77f1-4bc0-8084-d8826ed65d09" providerId="ADAL" clId="{87B5FA51-AC8F-4924-8D58-229C8CD6E754}" dt="2026-01-15T18:09:01.891" v="2491" actId="1076"/>
          <ac:picMkLst>
            <pc:docMk/>
            <pc:sldMk cId="2517341137" sldId="319"/>
            <ac:picMk id="33" creationId="{780EC7A0-A047-5538-039D-85D403ECD257}"/>
          </ac:picMkLst>
        </pc:picChg>
        <pc:picChg chg="del mod">
          <ac:chgData name="Andrea Covelli" userId="5c0ff078-77f1-4bc0-8084-d8826ed65d09" providerId="ADAL" clId="{87B5FA51-AC8F-4924-8D58-229C8CD6E754}" dt="2026-01-15T18:10:40.905" v="2530" actId="478"/>
          <ac:picMkLst>
            <pc:docMk/>
            <pc:sldMk cId="2517341137" sldId="319"/>
            <ac:picMk id="45" creationId="{3D414249-9B1B-3082-C9A7-B8A1CCC6C28F}"/>
          </ac:picMkLst>
        </pc:picChg>
        <pc:picChg chg="del mod">
          <ac:chgData name="Andrea Covelli" userId="5c0ff078-77f1-4bc0-8084-d8826ed65d09" providerId="ADAL" clId="{87B5FA51-AC8F-4924-8D58-229C8CD6E754}" dt="2026-01-15T18:12:18.848" v="2559" actId="478"/>
          <ac:picMkLst>
            <pc:docMk/>
            <pc:sldMk cId="2517341137" sldId="319"/>
            <ac:picMk id="50" creationId="{753B27B3-C4A7-81A1-50B8-85EA5AA8F461}"/>
          </ac:picMkLst>
        </pc:picChg>
        <pc:picChg chg="add mod">
          <ac:chgData name="Andrea Covelli" userId="5c0ff078-77f1-4bc0-8084-d8826ed65d09" providerId="ADAL" clId="{87B5FA51-AC8F-4924-8D58-229C8CD6E754}" dt="2026-01-15T18:12:33.993" v="2565" actId="1076"/>
          <ac:picMkLst>
            <pc:docMk/>
            <pc:sldMk cId="2517341137" sldId="319"/>
            <ac:picMk id="53" creationId="{DEBFBBBE-A38F-4ABC-6717-FE08551CE652}"/>
          </ac:picMkLst>
        </pc:picChg>
        <pc:picChg chg="del mod">
          <ac:chgData name="Andrea Covelli" userId="5c0ff078-77f1-4bc0-8084-d8826ed65d09" providerId="ADAL" clId="{87B5FA51-AC8F-4924-8D58-229C8CD6E754}" dt="2026-01-15T18:13:05.713" v="2581" actId="478"/>
          <ac:picMkLst>
            <pc:docMk/>
            <pc:sldMk cId="2517341137" sldId="319"/>
            <ac:picMk id="56" creationId="{D414240C-F00F-0746-2BE8-8EAEAA7B8861}"/>
          </ac:picMkLst>
        </pc:picChg>
        <pc:picChg chg="add mod">
          <ac:chgData name="Andrea Covelli" userId="5c0ff078-77f1-4bc0-8084-d8826ed65d09" providerId="ADAL" clId="{87B5FA51-AC8F-4924-8D58-229C8CD6E754}" dt="2026-01-15T17:41:19.253" v="2063" actId="1076"/>
          <ac:picMkLst>
            <pc:docMk/>
            <pc:sldMk cId="2517341137" sldId="319"/>
            <ac:picMk id="4098" creationId="{7D1B2232-7DC1-CC68-3A56-E2460D28307F}"/>
          </ac:picMkLst>
        </pc:picChg>
        <pc:picChg chg="add mod">
          <ac:chgData name="Andrea Covelli" userId="5c0ff078-77f1-4bc0-8084-d8826ed65d09" providerId="ADAL" clId="{87B5FA51-AC8F-4924-8D58-229C8CD6E754}" dt="2026-01-15T17:41:16.570" v="2062" actId="1076"/>
          <ac:picMkLst>
            <pc:docMk/>
            <pc:sldMk cId="2517341137" sldId="319"/>
            <ac:picMk id="4100" creationId="{4B9E3418-3511-0E24-DA12-F134B277FBCB}"/>
          </ac:picMkLst>
        </pc:picChg>
        <pc:picChg chg="add del mod">
          <ac:chgData name="Andrea Covelli" userId="5c0ff078-77f1-4bc0-8084-d8826ed65d09" providerId="ADAL" clId="{87B5FA51-AC8F-4924-8D58-229C8CD6E754}" dt="2026-01-15T18:12:15.287" v="2557" actId="478"/>
          <ac:picMkLst>
            <pc:docMk/>
            <pc:sldMk cId="2517341137" sldId="319"/>
            <ac:picMk id="4102" creationId="{69BE530C-6E86-C66B-1E6F-B3E977181C0E}"/>
          </ac:picMkLst>
        </pc:picChg>
        <pc:picChg chg="add mod">
          <ac:chgData name="Andrea Covelli" userId="5c0ff078-77f1-4bc0-8084-d8826ed65d09" providerId="ADAL" clId="{87B5FA51-AC8F-4924-8D58-229C8CD6E754}" dt="2026-01-15T18:09:04.097" v="2492" actId="1076"/>
          <ac:picMkLst>
            <pc:docMk/>
            <pc:sldMk cId="2517341137" sldId="319"/>
            <ac:picMk id="4104" creationId="{5FC9D667-2929-AAA0-95D3-D208D7C45FF3}"/>
          </ac:picMkLst>
        </pc:picChg>
        <pc:picChg chg="add mod">
          <ac:chgData name="Andrea Covelli" userId="5c0ff078-77f1-4bc0-8084-d8826ed65d09" providerId="ADAL" clId="{87B5FA51-AC8F-4924-8D58-229C8CD6E754}" dt="2026-01-15T18:10:58.387" v="2536" actId="1076"/>
          <ac:picMkLst>
            <pc:docMk/>
            <pc:sldMk cId="2517341137" sldId="319"/>
            <ac:picMk id="4106" creationId="{C857D44B-196E-C342-DFE6-3A7BF2D23514}"/>
          </ac:picMkLst>
        </pc:picChg>
        <pc:cxnChg chg="add mod">
          <ac:chgData name="Andrea Covelli" userId="5c0ff078-77f1-4bc0-8084-d8826ed65d09" providerId="ADAL" clId="{87B5FA51-AC8F-4924-8D58-229C8CD6E754}" dt="2026-01-15T18:24:32.593" v="3176" actId="14100"/>
          <ac:cxnSpMkLst>
            <pc:docMk/>
            <pc:sldMk cId="2517341137" sldId="319"/>
            <ac:cxnSpMk id="20" creationId="{D10EC2D3-DA72-B1B1-916D-DC8B00A2B34E}"/>
          </ac:cxnSpMkLst>
        </pc:cxnChg>
        <pc:cxnChg chg="add mod">
          <ac:chgData name="Andrea Covelli" userId="5c0ff078-77f1-4bc0-8084-d8826ed65d09" providerId="ADAL" clId="{87B5FA51-AC8F-4924-8D58-229C8CD6E754}" dt="2026-01-15T18:08:32.504" v="2481" actId="14100"/>
          <ac:cxnSpMkLst>
            <pc:docMk/>
            <pc:sldMk cId="2517341137" sldId="319"/>
            <ac:cxnSpMk id="22" creationId="{F0087900-3BE3-4A10-E2D6-3528F5A43243}"/>
          </ac:cxnSpMkLst>
        </pc:cxnChg>
        <pc:cxnChg chg="add">
          <ac:chgData name="Andrea Covelli" userId="5c0ff078-77f1-4bc0-8084-d8826ed65d09" providerId="ADAL" clId="{87B5FA51-AC8F-4924-8D58-229C8CD6E754}" dt="2026-01-15T18:13:48.715" v="2609" actId="11529"/>
          <ac:cxnSpMkLst>
            <pc:docMk/>
            <pc:sldMk cId="2517341137" sldId="319"/>
            <ac:cxnSpMk id="59" creationId="{E9DD2A1F-F5E3-2484-86A4-7CF4B8E8BD7C}"/>
          </ac:cxnSpMkLst>
        </pc:cxnChg>
      </pc:sldChg>
      <pc:sldChg chg="addSp delSp modSp new mod ord">
        <pc:chgData name="Andrea Covelli" userId="5c0ff078-77f1-4bc0-8084-d8826ed65d09" providerId="ADAL" clId="{87B5FA51-AC8F-4924-8D58-229C8CD6E754}" dt="2026-01-15T19:08:22.275" v="3296" actId="14826"/>
        <pc:sldMkLst>
          <pc:docMk/>
          <pc:sldMk cId="2189010982" sldId="320"/>
        </pc:sldMkLst>
        <pc:spChg chg="del">
          <ac:chgData name="Andrea Covelli" userId="5c0ff078-77f1-4bc0-8084-d8826ed65d09" providerId="ADAL" clId="{87B5FA51-AC8F-4924-8D58-229C8CD6E754}" dt="2026-01-15T18:56:15.525" v="3271" actId="478"/>
          <ac:spMkLst>
            <pc:docMk/>
            <pc:sldMk cId="2189010982" sldId="320"/>
            <ac:spMk id="2" creationId="{336BB5CF-1F94-E3F1-0B0C-AAF1CE619257}"/>
          </ac:spMkLst>
        </pc:spChg>
        <pc:picChg chg="add mod">
          <ac:chgData name="Andrea Covelli" userId="5c0ff078-77f1-4bc0-8084-d8826ed65d09" providerId="ADAL" clId="{87B5FA51-AC8F-4924-8D58-229C8CD6E754}" dt="2026-01-15T19:08:22.275" v="3296" actId="14826"/>
          <ac:picMkLst>
            <pc:docMk/>
            <pc:sldMk cId="2189010982" sldId="320"/>
            <ac:picMk id="4" creationId="{94B3110B-6124-9585-2B5C-2DE748A52572}"/>
          </ac:picMkLst>
        </pc:picChg>
        <pc:picChg chg="add del mod">
          <ac:chgData name="Andrea Covelli" userId="5c0ff078-77f1-4bc0-8084-d8826ed65d09" providerId="ADAL" clId="{87B5FA51-AC8F-4924-8D58-229C8CD6E754}" dt="2026-01-15T19:00:42.142" v="3285" actId="478"/>
          <ac:picMkLst>
            <pc:docMk/>
            <pc:sldMk cId="2189010982" sldId="320"/>
            <ac:picMk id="5122" creationId="{34ABC0E8-CB37-B64F-8525-2BE13180EEC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1699FA-215E-49B2-9121-160540F634A2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E8DD9DCF-2482-4253-9E75-33528E1E9580}">
      <dgm:prSet phldrT="[Text]" custT="1"/>
      <dgm:spPr/>
      <dgm:t>
        <a:bodyPr/>
        <a:lstStyle/>
        <a:p>
          <a:r>
            <a:rPr lang="it-IT" sz="1800" b="1"/>
            <a:t>1. Format Check</a:t>
          </a:r>
        </a:p>
      </dgm:t>
    </dgm:pt>
    <dgm:pt modelId="{AF2EE690-2442-4B64-9146-BD860AB3B16C}" type="parTrans" cxnId="{03FEDB42-8598-49DB-8544-A986D798B9CE}">
      <dgm:prSet/>
      <dgm:spPr/>
      <dgm:t>
        <a:bodyPr/>
        <a:lstStyle/>
        <a:p>
          <a:endParaRPr lang="it-IT"/>
        </a:p>
      </dgm:t>
    </dgm:pt>
    <dgm:pt modelId="{FA37E8EE-7233-4A42-BE71-0C64C1B529CC}" type="sibTrans" cxnId="{03FEDB42-8598-49DB-8544-A986D798B9CE}">
      <dgm:prSet/>
      <dgm:spPr/>
      <dgm:t>
        <a:bodyPr/>
        <a:lstStyle/>
        <a:p>
          <a:endParaRPr lang="it-IT"/>
        </a:p>
      </dgm:t>
    </dgm:pt>
    <dgm:pt modelId="{16C675D4-A963-4D25-B8D8-A1B3907CC6B4}">
      <dgm:prSet phldrT="[Text]" custT="1"/>
      <dgm:spPr>
        <a:gradFill rotWithShape="0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ln>
          <a:noFill/>
        </a:ln>
      </dgm:spPr>
      <dgm:t>
        <a:bodyPr/>
        <a:lstStyle/>
        <a:p>
          <a:r>
            <a:rPr lang="it-IT" sz="1800" b="1"/>
            <a:t>2. Build &amp; Test</a:t>
          </a:r>
        </a:p>
      </dgm:t>
    </dgm:pt>
    <dgm:pt modelId="{0DBC79E8-D33C-4340-B84F-84DE9004FDB7}" type="parTrans" cxnId="{2DDF4808-5050-427B-96D3-87CF12A5E798}">
      <dgm:prSet/>
      <dgm:spPr/>
      <dgm:t>
        <a:bodyPr/>
        <a:lstStyle/>
        <a:p>
          <a:endParaRPr lang="it-IT"/>
        </a:p>
      </dgm:t>
    </dgm:pt>
    <dgm:pt modelId="{71812777-E2F5-48A1-9E0B-A0251C0F5276}" type="sibTrans" cxnId="{2DDF4808-5050-427B-96D3-87CF12A5E798}">
      <dgm:prSet/>
      <dgm:spPr/>
      <dgm:t>
        <a:bodyPr/>
        <a:lstStyle/>
        <a:p>
          <a:endParaRPr lang="it-IT"/>
        </a:p>
      </dgm:t>
    </dgm:pt>
    <dgm:pt modelId="{A4B32C04-93CE-4905-904D-64E94C220A50}">
      <dgm:prSet phldrT="[Text]" phldr="0" custT="1"/>
      <dgm:spPr>
        <a:gradFill rotWithShape="0">
          <a:gsLst>
            <a:gs pos="8000">
              <a:srgbClr val="7030A0"/>
            </a:gs>
            <a:gs pos="100000">
              <a:srgbClr val="8679D0"/>
            </a:gs>
          </a:gsLst>
        </a:gradFill>
      </dgm:spPr>
      <dgm:t>
        <a:bodyPr/>
        <a:lstStyle/>
        <a:p>
          <a:r>
            <a:rPr lang="en-US" sz="1800" b="1"/>
            <a:t>3. Static Analysis</a:t>
          </a:r>
          <a:endParaRPr lang="it-IT" sz="1800" b="1"/>
        </a:p>
      </dgm:t>
    </dgm:pt>
    <dgm:pt modelId="{66C8BD3E-1718-4342-A706-03EA09F9806D}" type="parTrans" cxnId="{59CF705F-ECEE-4DDC-B79C-676D4D0A94C2}">
      <dgm:prSet/>
      <dgm:spPr/>
      <dgm:t>
        <a:bodyPr/>
        <a:lstStyle/>
        <a:p>
          <a:endParaRPr lang="it-IT"/>
        </a:p>
      </dgm:t>
    </dgm:pt>
    <dgm:pt modelId="{CEC9306E-5A56-4810-A833-91BD8A41479A}" type="sibTrans" cxnId="{59CF705F-ECEE-4DDC-B79C-676D4D0A94C2}">
      <dgm:prSet/>
      <dgm:spPr/>
      <dgm:t>
        <a:bodyPr/>
        <a:lstStyle/>
        <a:p>
          <a:endParaRPr lang="it-IT"/>
        </a:p>
      </dgm:t>
    </dgm:pt>
    <dgm:pt modelId="{71C0F6B4-06B8-4EF7-992C-239269BFE2DF}" type="pres">
      <dgm:prSet presAssocID="{5A1699FA-215E-49B2-9121-160540F634A2}" presName="Name0" presStyleCnt="0">
        <dgm:presLayoutVars>
          <dgm:dir/>
          <dgm:resizeHandles val="exact"/>
        </dgm:presLayoutVars>
      </dgm:prSet>
      <dgm:spPr/>
    </dgm:pt>
    <dgm:pt modelId="{EEADBC98-3682-47F4-B98B-70D9C26E404B}" type="pres">
      <dgm:prSet presAssocID="{E8DD9DCF-2482-4253-9E75-33528E1E9580}" presName="node" presStyleLbl="node1" presStyleIdx="0" presStyleCnt="3">
        <dgm:presLayoutVars>
          <dgm:bulletEnabled val="1"/>
        </dgm:presLayoutVars>
      </dgm:prSet>
      <dgm:spPr/>
    </dgm:pt>
    <dgm:pt modelId="{43FB80DF-1279-4E2B-9029-87FA64F50AF9}" type="pres">
      <dgm:prSet presAssocID="{FA37E8EE-7233-4A42-BE71-0C64C1B529CC}" presName="sibTrans" presStyleLbl="sibTrans2D1" presStyleIdx="0" presStyleCnt="2"/>
      <dgm:spPr/>
    </dgm:pt>
    <dgm:pt modelId="{0AB56378-5D08-465F-9BF4-A172D82160F8}" type="pres">
      <dgm:prSet presAssocID="{FA37E8EE-7233-4A42-BE71-0C64C1B529CC}" presName="connectorText" presStyleLbl="sibTrans2D1" presStyleIdx="0" presStyleCnt="2"/>
      <dgm:spPr/>
    </dgm:pt>
    <dgm:pt modelId="{000A4544-6C36-4BCA-A7C3-F134C86E2D3C}" type="pres">
      <dgm:prSet presAssocID="{16C675D4-A963-4D25-B8D8-A1B3907CC6B4}" presName="node" presStyleLbl="node1" presStyleIdx="1" presStyleCnt="3">
        <dgm:presLayoutVars>
          <dgm:bulletEnabled val="1"/>
        </dgm:presLayoutVars>
      </dgm:prSet>
      <dgm:spPr/>
    </dgm:pt>
    <dgm:pt modelId="{7759EA1C-3A81-450B-ABDD-4316C7C4CBB7}" type="pres">
      <dgm:prSet presAssocID="{71812777-E2F5-48A1-9E0B-A0251C0F5276}" presName="sibTrans" presStyleLbl="sibTrans2D1" presStyleIdx="1" presStyleCnt="2"/>
      <dgm:spPr/>
    </dgm:pt>
    <dgm:pt modelId="{D8F2C881-3603-470E-A8B2-BADE3BFE21D0}" type="pres">
      <dgm:prSet presAssocID="{71812777-E2F5-48A1-9E0B-A0251C0F5276}" presName="connectorText" presStyleLbl="sibTrans2D1" presStyleIdx="1" presStyleCnt="2"/>
      <dgm:spPr/>
    </dgm:pt>
    <dgm:pt modelId="{5FF4BE65-9669-4CBB-82C9-4192842CAF0E}" type="pres">
      <dgm:prSet presAssocID="{A4B32C04-93CE-4905-904D-64E94C220A50}" presName="node" presStyleLbl="node1" presStyleIdx="2" presStyleCnt="3">
        <dgm:presLayoutVars>
          <dgm:bulletEnabled val="1"/>
        </dgm:presLayoutVars>
      </dgm:prSet>
      <dgm:spPr/>
    </dgm:pt>
  </dgm:ptLst>
  <dgm:cxnLst>
    <dgm:cxn modelId="{2DDF4808-5050-427B-96D3-87CF12A5E798}" srcId="{5A1699FA-215E-49B2-9121-160540F634A2}" destId="{16C675D4-A963-4D25-B8D8-A1B3907CC6B4}" srcOrd="1" destOrd="0" parTransId="{0DBC79E8-D33C-4340-B84F-84DE9004FDB7}" sibTransId="{71812777-E2F5-48A1-9E0B-A0251C0F5276}"/>
    <dgm:cxn modelId="{D042F128-F3AF-43E1-99C9-488723795C3C}" type="presOf" srcId="{FA37E8EE-7233-4A42-BE71-0C64C1B529CC}" destId="{43FB80DF-1279-4E2B-9029-87FA64F50AF9}" srcOrd="0" destOrd="0" presId="urn:microsoft.com/office/officeart/2005/8/layout/process1"/>
    <dgm:cxn modelId="{3556955D-FD92-4009-8148-1176519EBF39}" type="presOf" srcId="{16C675D4-A963-4D25-B8D8-A1B3907CC6B4}" destId="{000A4544-6C36-4BCA-A7C3-F134C86E2D3C}" srcOrd="0" destOrd="0" presId="urn:microsoft.com/office/officeart/2005/8/layout/process1"/>
    <dgm:cxn modelId="{59CF705F-ECEE-4DDC-B79C-676D4D0A94C2}" srcId="{5A1699FA-215E-49B2-9121-160540F634A2}" destId="{A4B32C04-93CE-4905-904D-64E94C220A50}" srcOrd="2" destOrd="0" parTransId="{66C8BD3E-1718-4342-A706-03EA09F9806D}" sibTransId="{CEC9306E-5A56-4810-A833-91BD8A41479A}"/>
    <dgm:cxn modelId="{03FEDB42-8598-49DB-8544-A986D798B9CE}" srcId="{5A1699FA-215E-49B2-9121-160540F634A2}" destId="{E8DD9DCF-2482-4253-9E75-33528E1E9580}" srcOrd="0" destOrd="0" parTransId="{AF2EE690-2442-4B64-9146-BD860AB3B16C}" sibTransId="{FA37E8EE-7233-4A42-BE71-0C64C1B529CC}"/>
    <dgm:cxn modelId="{C078AE43-66D6-4ECF-ADFF-A2D83E731CD5}" type="presOf" srcId="{71812777-E2F5-48A1-9E0B-A0251C0F5276}" destId="{D8F2C881-3603-470E-A8B2-BADE3BFE21D0}" srcOrd="1" destOrd="0" presId="urn:microsoft.com/office/officeart/2005/8/layout/process1"/>
    <dgm:cxn modelId="{185F0055-A1D1-40B9-AC87-285E9ECAA45B}" type="presOf" srcId="{FA37E8EE-7233-4A42-BE71-0C64C1B529CC}" destId="{0AB56378-5D08-465F-9BF4-A172D82160F8}" srcOrd="1" destOrd="0" presId="urn:microsoft.com/office/officeart/2005/8/layout/process1"/>
    <dgm:cxn modelId="{0820A494-E6E3-44EA-A2EB-9AB6F90B35BE}" type="presOf" srcId="{E8DD9DCF-2482-4253-9E75-33528E1E9580}" destId="{EEADBC98-3682-47F4-B98B-70D9C26E404B}" srcOrd="0" destOrd="0" presId="urn:microsoft.com/office/officeart/2005/8/layout/process1"/>
    <dgm:cxn modelId="{9EE97AB7-6CB9-4EE6-A2FB-BD6DE7AD665C}" type="presOf" srcId="{A4B32C04-93CE-4905-904D-64E94C220A50}" destId="{5FF4BE65-9669-4CBB-82C9-4192842CAF0E}" srcOrd="0" destOrd="0" presId="urn:microsoft.com/office/officeart/2005/8/layout/process1"/>
    <dgm:cxn modelId="{385057C1-F4C5-4A5F-BC25-080155AD5FD9}" type="presOf" srcId="{5A1699FA-215E-49B2-9121-160540F634A2}" destId="{71C0F6B4-06B8-4EF7-992C-239269BFE2DF}" srcOrd="0" destOrd="0" presId="urn:microsoft.com/office/officeart/2005/8/layout/process1"/>
    <dgm:cxn modelId="{45B76FCB-3108-4322-B54F-60E8EE9C80EA}" type="presOf" srcId="{71812777-E2F5-48A1-9E0B-A0251C0F5276}" destId="{7759EA1C-3A81-450B-ABDD-4316C7C4CBB7}" srcOrd="0" destOrd="0" presId="urn:microsoft.com/office/officeart/2005/8/layout/process1"/>
    <dgm:cxn modelId="{4247A926-3DED-4298-A7E4-8A37EF131C0A}" type="presParOf" srcId="{71C0F6B4-06B8-4EF7-992C-239269BFE2DF}" destId="{EEADBC98-3682-47F4-B98B-70D9C26E404B}" srcOrd="0" destOrd="0" presId="urn:microsoft.com/office/officeart/2005/8/layout/process1"/>
    <dgm:cxn modelId="{86B583A1-B42B-4BC3-9D14-985B431EAFB9}" type="presParOf" srcId="{71C0F6B4-06B8-4EF7-992C-239269BFE2DF}" destId="{43FB80DF-1279-4E2B-9029-87FA64F50AF9}" srcOrd="1" destOrd="0" presId="urn:microsoft.com/office/officeart/2005/8/layout/process1"/>
    <dgm:cxn modelId="{95055072-EE61-484E-9515-CE50FD7FBC1E}" type="presParOf" srcId="{43FB80DF-1279-4E2B-9029-87FA64F50AF9}" destId="{0AB56378-5D08-465F-9BF4-A172D82160F8}" srcOrd="0" destOrd="0" presId="urn:microsoft.com/office/officeart/2005/8/layout/process1"/>
    <dgm:cxn modelId="{5340E08B-DAE6-4078-A288-5FA213CB13DB}" type="presParOf" srcId="{71C0F6B4-06B8-4EF7-992C-239269BFE2DF}" destId="{000A4544-6C36-4BCA-A7C3-F134C86E2D3C}" srcOrd="2" destOrd="0" presId="urn:microsoft.com/office/officeart/2005/8/layout/process1"/>
    <dgm:cxn modelId="{DE997E6E-EE89-46B7-888C-115F825B43F1}" type="presParOf" srcId="{71C0F6B4-06B8-4EF7-992C-239269BFE2DF}" destId="{7759EA1C-3A81-450B-ABDD-4316C7C4CBB7}" srcOrd="3" destOrd="0" presId="urn:microsoft.com/office/officeart/2005/8/layout/process1"/>
    <dgm:cxn modelId="{53ED2DD5-8475-4020-93E0-9A18D711A13B}" type="presParOf" srcId="{7759EA1C-3A81-450B-ABDD-4316C7C4CBB7}" destId="{D8F2C881-3603-470E-A8B2-BADE3BFE21D0}" srcOrd="0" destOrd="0" presId="urn:microsoft.com/office/officeart/2005/8/layout/process1"/>
    <dgm:cxn modelId="{653A3B73-B094-4222-B303-C34989D74C2B}" type="presParOf" srcId="{71C0F6B4-06B8-4EF7-992C-239269BFE2DF}" destId="{5FF4BE65-9669-4CBB-82C9-4192842CAF0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DBC98-3682-47F4-B98B-70D9C26E404B}">
      <dsp:nvSpPr>
        <dsp:cNvPr id="0" name=""/>
        <dsp:cNvSpPr/>
      </dsp:nvSpPr>
      <dsp:spPr>
        <a:xfrm>
          <a:off x="6027" y="238263"/>
          <a:ext cx="1801476" cy="1080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/>
            <a:t>1. Format Check</a:t>
          </a:r>
        </a:p>
      </dsp:txBody>
      <dsp:txXfrm>
        <a:off x="37685" y="269921"/>
        <a:ext cx="1738160" cy="1017570"/>
      </dsp:txXfrm>
    </dsp:sp>
    <dsp:sp modelId="{43FB80DF-1279-4E2B-9029-87FA64F50AF9}">
      <dsp:nvSpPr>
        <dsp:cNvPr id="0" name=""/>
        <dsp:cNvSpPr/>
      </dsp:nvSpPr>
      <dsp:spPr>
        <a:xfrm>
          <a:off x="1987651" y="555323"/>
          <a:ext cx="381913" cy="44676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900" kern="1200"/>
        </a:p>
      </dsp:txBody>
      <dsp:txXfrm>
        <a:off x="1987651" y="644676"/>
        <a:ext cx="267339" cy="268060"/>
      </dsp:txXfrm>
    </dsp:sp>
    <dsp:sp modelId="{000A4544-6C36-4BCA-A7C3-F134C86E2D3C}">
      <dsp:nvSpPr>
        <dsp:cNvPr id="0" name=""/>
        <dsp:cNvSpPr/>
      </dsp:nvSpPr>
      <dsp:spPr>
        <a:xfrm>
          <a:off x="2528095" y="238263"/>
          <a:ext cx="1801476" cy="1080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/>
            <a:t>2. Build &amp; Test</a:t>
          </a:r>
        </a:p>
      </dsp:txBody>
      <dsp:txXfrm>
        <a:off x="2559753" y="269921"/>
        <a:ext cx="1738160" cy="1017570"/>
      </dsp:txXfrm>
    </dsp:sp>
    <dsp:sp modelId="{7759EA1C-3A81-450B-ABDD-4316C7C4CBB7}">
      <dsp:nvSpPr>
        <dsp:cNvPr id="0" name=""/>
        <dsp:cNvSpPr/>
      </dsp:nvSpPr>
      <dsp:spPr>
        <a:xfrm>
          <a:off x="4509719" y="555323"/>
          <a:ext cx="381913" cy="44676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900" kern="1200"/>
        </a:p>
      </dsp:txBody>
      <dsp:txXfrm>
        <a:off x="4509719" y="644676"/>
        <a:ext cx="267339" cy="268060"/>
      </dsp:txXfrm>
    </dsp:sp>
    <dsp:sp modelId="{5FF4BE65-9669-4CBB-82C9-4192842CAF0E}">
      <dsp:nvSpPr>
        <dsp:cNvPr id="0" name=""/>
        <dsp:cNvSpPr/>
      </dsp:nvSpPr>
      <dsp:spPr>
        <a:xfrm>
          <a:off x="5050162" y="238263"/>
          <a:ext cx="1801476" cy="1080886"/>
        </a:xfrm>
        <a:prstGeom prst="roundRect">
          <a:avLst>
            <a:gd name="adj" fmla="val 10000"/>
          </a:avLst>
        </a:prstGeom>
        <a:gradFill rotWithShape="0">
          <a:gsLst>
            <a:gs pos="8000">
              <a:srgbClr val="7030A0"/>
            </a:gs>
            <a:gs pos="100000">
              <a:srgbClr val="8679D0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3. Static Analysis</a:t>
          </a:r>
          <a:endParaRPr lang="it-IT" sz="1800" b="1" kern="1200"/>
        </a:p>
      </dsp:txBody>
      <dsp:txXfrm>
        <a:off x="5081820" y="269921"/>
        <a:ext cx="1738160" cy="1017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95162-6873-F647-B392-BF6A1F606277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DF8BA-B6A2-CC4D-B552-37BF044E104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686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  <a:p>
            <a:pPr marL="228600" indent="-228600">
              <a:buAutoNum type="arabicPeriod"/>
            </a:pPr>
            <a:r>
              <a:rPr lang="en-US" b="0"/>
              <a:t>Let’s start with the academic part of our diagram</a:t>
            </a:r>
          </a:p>
          <a:p>
            <a:pPr marL="228600" indent="-228600">
              <a:buAutoNum type="arabicPeriod"/>
            </a:pPr>
            <a:r>
              <a:rPr lang="en-US" b="1"/>
              <a:t>Paper </a:t>
            </a:r>
            <a:r>
              <a:rPr lang="en-US" b="0"/>
              <a:t>let’s say some field like title, year, </a:t>
            </a:r>
            <a:r>
              <a:rPr lang="en-US" b="0" err="1"/>
              <a:t>doi</a:t>
            </a:r>
            <a:r>
              <a:rPr lang="en-US" b="0"/>
              <a:t>.</a:t>
            </a:r>
          </a:p>
          <a:p>
            <a:pPr marL="228600" indent="-228600">
              <a:buAutoNum type="arabicPeriod"/>
            </a:pPr>
            <a:r>
              <a:rPr lang="en-US" b="0"/>
              <a:t>Let’s about the  recursive </a:t>
            </a:r>
            <a:r>
              <a:rPr lang="en-US" b="0" err="1"/>
              <a:t>relathionship</a:t>
            </a:r>
            <a:r>
              <a:rPr lang="en-US" b="0"/>
              <a:t> CITES and the </a:t>
            </a:r>
            <a:r>
              <a:rPr lang="en-US" b="0" err="1"/>
              <a:t>relathionship</a:t>
            </a:r>
            <a:r>
              <a:rPr lang="en-US" b="0"/>
              <a:t> AUTHORED that is the </a:t>
            </a:r>
            <a:r>
              <a:rPr lang="en-US" b="0" err="1"/>
              <a:t>essesiatial</a:t>
            </a:r>
            <a:r>
              <a:rPr lang="en-US" b="0"/>
              <a:t> structure of our academic citation network</a:t>
            </a:r>
          </a:p>
          <a:p>
            <a:pPr marL="228600" indent="-228600">
              <a:buAutoNum type="arabicPeriod"/>
            </a:pPr>
            <a:r>
              <a:rPr lang="en-US" b="0"/>
              <a:t>Author class doesn’t hold just the </a:t>
            </a:r>
            <a:r>
              <a:rPr lang="en-US" b="0" err="1"/>
              <a:t>anagraphics</a:t>
            </a:r>
            <a:r>
              <a:rPr lang="en-US" b="0"/>
              <a:t> of an author but also a lightweight snapshot of the papers that he was co-author</a:t>
            </a:r>
          </a:p>
          <a:p>
            <a:pPr marL="228600" indent="-228600">
              <a:buAutoNum type="arabicPeriod"/>
            </a:pPr>
            <a:r>
              <a:rPr lang="en-US" b="0"/>
              <a:t>Now let’s focus on the user management part of our diagram. We have a base class User containing credentials and common data.</a:t>
            </a:r>
          </a:p>
          <a:p>
            <a:pPr marL="228600" indent="-228600">
              <a:buAutoNum type="arabicPeriod"/>
            </a:pPr>
            <a:r>
              <a:rPr lang="en-US" b="0"/>
              <a:t>From this we have two inherited classes Registered User and Admin</a:t>
            </a:r>
          </a:p>
          <a:p>
            <a:pPr marL="228600" indent="-228600">
              <a:buAutoNum type="arabicPeriod"/>
            </a:pPr>
            <a:r>
              <a:rPr lang="en-US" b="0"/>
              <a:t>The admin holds a list of Permission. As you can see from the enumeration at the bottom, the Admin has special privileges, such as Banning users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/>
              <a:t>Finally, on the bottom left, we see how registered users interact with papers. A 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Registered user</a:t>
            </a:r>
            <a:r>
              <a:rPr lang="en-US"/>
              <a:t> can save papers. This functionality is modeled via the </a:t>
            </a:r>
            <a:r>
              <a:rPr lang="en-US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BookmarkedPaper</a:t>
            </a:r>
            <a:r>
              <a:rPr lang="en-US"/>
              <a:t> class, which acts as a lightweight reference or snapshot, allowing users to build their own personal library."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2719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1524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Venue</a:t>
            </a:r>
            <a:r>
              <a:rPr lang="it-IT"/>
              <a:t> Impact Analysis</a:t>
            </a:r>
          </a:p>
          <a:p>
            <a:r>
              <a:rPr lang="en-US"/>
              <a:t>This feature ranks publication venues (conferences, journals, workshops) based on their output volume within a specific solar year. This allows researchers to identify the most active and dominant venues over time.</a:t>
            </a:r>
          </a:p>
          <a:p>
            <a:endParaRPr lang="en-US"/>
          </a:p>
          <a:p>
            <a:r>
              <a:rPr lang="en-US"/>
              <a:t>Collaboration Evolution</a:t>
            </a:r>
          </a:p>
          <a:p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analysis</a:t>
            </a:r>
            <a:r>
              <a:rPr lang="it-IT"/>
              <a:t> </a:t>
            </a:r>
            <a:r>
              <a:rPr lang="it-IT" err="1"/>
              <a:t>calculates</a:t>
            </a:r>
            <a:r>
              <a:rPr lang="it-IT"/>
              <a:t> the </a:t>
            </a:r>
            <a:r>
              <a:rPr lang="it-IT" err="1"/>
              <a:t>average</a:t>
            </a:r>
            <a:r>
              <a:rPr lang="it-IT"/>
              <a:t> </a:t>
            </a:r>
            <a:r>
              <a:rPr lang="it-IT" err="1"/>
              <a:t>number</a:t>
            </a:r>
            <a:r>
              <a:rPr lang="it-IT"/>
              <a:t> of </a:t>
            </a:r>
            <a:r>
              <a:rPr lang="it-IT" err="1"/>
              <a:t>authors</a:t>
            </a:r>
            <a:r>
              <a:rPr lang="it-IT"/>
              <a:t> per paper for </a:t>
            </a:r>
            <a:r>
              <a:rPr lang="it-IT" err="1"/>
              <a:t>each</a:t>
            </a:r>
            <a:r>
              <a:rPr lang="it-IT"/>
              <a:t> </a:t>
            </a:r>
            <a:r>
              <a:rPr lang="it-IT" err="1"/>
              <a:t>year</a:t>
            </a:r>
            <a:r>
              <a:rPr lang="it-IT"/>
              <a:t>. An </a:t>
            </a:r>
            <a:r>
              <a:rPr lang="it-IT" err="1"/>
              <a:t>upward</a:t>
            </a:r>
            <a:r>
              <a:rPr lang="it-IT"/>
              <a:t> trend in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metric</a:t>
            </a:r>
            <a:r>
              <a:rPr lang="it-IT"/>
              <a:t> </a:t>
            </a:r>
            <a:r>
              <a:rPr lang="it-IT" err="1"/>
              <a:t>typically</a:t>
            </a:r>
            <a:r>
              <a:rPr lang="it-IT"/>
              <a:t> </a:t>
            </a:r>
            <a:r>
              <a:rPr lang="it-IT" err="1"/>
              <a:t>indicates</a:t>
            </a:r>
            <a:r>
              <a:rPr lang="it-IT"/>
              <a:t> a shift </a:t>
            </a:r>
            <a:r>
              <a:rPr lang="it-IT" err="1"/>
              <a:t>towards</a:t>
            </a:r>
            <a:r>
              <a:rPr lang="it-IT"/>
              <a:t> </a:t>
            </a:r>
            <a:r>
              <a:rPr lang="it-IT" err="1"/>
              <a:t>larger</a:t>
            </a:r>
            <a:r>
              <a:rPr lang="it-IT"/>
              <a:t> </a:t>
            </a:r>
            <a:r>
              <a:rPr lang="it-IT" err="1"/>
              <a:t>research</a:t>
            </a:r>
            <a:r>
              <a:rPr lang="it-IT"/>
              <a:t> teams.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137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Trend Analysis Hot Topics</a:t>
            </a:r>
          </a:p>
          <a:p>
            <a:r>
              <a:rPr lang="en-US"/>
              <a:t>This process calculates the publication volume per field of study over time, allowing the application to visualize which</a:t>
            </a:r>
          </a:p>
          <a:p>
            <a:r>
              <a:rPr lang="en-US"/>
              <a:t>topics are gaining traction (“Hot Topics”) and how research focus has shifted across different years.</a:t>
            </a:r>
          </a:p>
          <a:p>
            <a:endParaRPr lang="en-US"/>
          </a:p>
          <a:p>
            <a:r>
              <a:rPr lang="en-US"/>
              <a:t>Prolific Author Identification</a:t>
            </a:r>
          </a:p>
          <a:p>
            <a:r>
              <a:rPr lang="en-US"/>
              <a:t>The system includes a feature to identify “Prolific Authors,” defined as researchers who have published a</a:t>
            </a:r>
          </a:p>
          <a:p>
            <a:r>
              <a:rPr lang="en-US"/>
              <a:t>significant volume of work within a single solar year. This query is parameterizable, allowing the system</a:t>
            </a:r>
          </a:p>
          <a:p>
            <a:r>
              <a:rPr lang="en-US"/>
              <a:t>to set a specific threshold (e.g., more than X papers) to filter for high-output individuals.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5674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Paper </a:t>
            </a:r>
            <a:r>
              <a:rPr lang="it-IT" err="1"/>
              <a:t>Leaderboard</a:t>
            </a:r>
            <a:endParaRPr lang="it-IT"/>
          </a:p>
          <a:p>
            <a:r>
              <a:rPr lang="it-IT" err="1"/>
              <a:t>This</a:t>
            </a:r>
            <a:r>
              <a:rPr lang="it-IT"/>
              <a:t> query </a:t>
            </a:r>
            <a:r>
              <a:rPr lang="it-IT" err="1"/>
              <a:t>identifies</a:t>
            </a:r>
            <a:r>
              <a:rPr lang="it-IT"/>
              <a:t> the ranking of the </a:t>
            </a:r>
            <a:r>
              <a:rPr lang="it-IT" err="1"/>
              <a:t>most</a:t>
            </a:r>
            <a:r>
              <a:rPr lang="it-IT"/>
              <a:t> </a:t>
            </a:r>
            <a:r>
              <a:rPr lang="it-IT" err="1"/>
              <a:t>bookmarked</a:t>
            </a:r>
            <a:r>
              <a:rPr lang="it-IT"/>
              <a:t> paper of a </a:t>
            </a:r>
            <a:r>
              <a:rPr lang="it-IT" err="1"/>
              <a:t>month</a:t>
            </a:r>
            <a:r>
              <a:rPr lang="it-IT"/>
              <a:t>.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identified</a:t>
            </a:r>
            <a:r>
              <a:rPr lang="it-IT"/>
              <a:t> the hot papers and so the </a:t>
            </a:r>
            <a:r>
              <a:rPr lang="it-IT" err="1"/>
              <a:t>most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 paper in </a:t>
            </a:r>
            <a:r>
              <a:rPr lang="it-IT" err="1"/>
              <a:t>month</a:t>
            </a:r>
            <a:r>
              <a:rPr lang="it-IT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0817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1728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3470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Show the Neo4j data model (show the graph structure in terms of nodes, edges and properties) and justify choices.</a:t>
            </a:r>
          </a:p>
          <a:p>
            <a:endParaRPr lang="en-US" i="1"/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4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/>
              <a:t>Show the most important implemented ”graph-based” queries (suggestions and analytics) highlighting how the system benefits from the proposed DB design. Use Cypher Language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3141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3F717-DD17-B896-BA3D-D9064464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82C9AC-D3A4-7A58-E91A-AF034093D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C5C29D9-DA4A-E390-2997-E73619A9E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/>
              <a:t>Show the most important implemented ”graph-based” queries (suggestions and analytics) highlighting how the system benefits from the proposed DB design. Use Cypher Language</a:t>
            </a:r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7A6B2A-CBA3-45EB-E27B-85B12AB87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0915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65269-1DDD-1AA3-C5BC-843EB875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5041A88-194F-73EB-3F3E-34317C0E5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4772D30-6370-8CF6-EC46-8DD80B47A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/>
              <a:t>Show the most important implemented ”graph-based” queries (suggestions and analytics) highlighting how the system benefits from the proposed DB design. Use Cypher Language</a:t>
            </a:r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F7A8438-6EE4-827C-04B2-B49C6DA15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130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9DE9-D332-A682-7A4B-7402E1FA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D06DFB2-DDCF-ACB7-DB42-87BB592BE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C74C42A-FDC5-EB6D-41D8-B9C15FC00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/>
              <a:t>Show the most important implemented ”graph-based” queries (suggestions and analytics) highlighting how the system benefits from the proposed DB design. Use Cypher Language</a:t>
            </a:r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1599A0-03EE-D321-E8E3-2C4C3BE18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5014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230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749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81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111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768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855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508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75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25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467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062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213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2741" y="90093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82741" y="1350522"/>
            <a:ext cx="8761797" cy="4794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</a:t>
            </a:r>
            <a:r>
              <a:rPr lang="en-US" noProof="0" err="1"/>
              <a:t>gli</a:t>
            </a:r>
            <a:r>
              <a:rPr lang="en-US" noProof="0"/>
              <a:t> </a:t>
            </a:r>
            <a:r>
              <a:rPr lang="en-US" noProof="0" err="1"/>
              <a:t>stili</a:t>
            </a:r>
            <a:r>
              <a:rPr lang="en-US" noProof="0"/>
              <a:t> del </a:t>
            </a:r>
            <a:r>
              <a:rPr lang="en-US" noProof="0" err="1"/>
              <a:t>testo</a:t>
            </a:r>
            <a:r>
              <a:rPr lang="en-US" noProof="0"/>
              <a:t>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  <a:p>
            <a:pPr lvl="1"/>
            <a:r>
              <a:rPr lang="en-US" noProof="0"/>
              <a:t>Secondo </a:t>
            </a:r>
            <a:r>
              <a:rPr lang="en-US" noProof="0" err="1"/>
              <a:t>livello</a:t>
            </a:r>
            <a:endParaRPr lang="en-US" noProof="0"/>
          </a:p>
          <a:p>
            <a:pPr lvl="2"/>
            <a:r>
              <a:rPr lang="en-US" noProof="0" err="1"/>
              <a:t>Terzo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  <a:p>
            <a:pPr lvl="3"/>
            <a:r>
              <a:rPr lang="en-US" noProof="0"/>
              <a:t>Quarto </a:t>
            </a:r>
            <a:r>
              <a:rPr lang="en-US" noProof="0" err="1"/>
              <a:t>livello</a:t>
            </a:r>
            <a:endParaRPr lang="en-US" noProof="0"/>
          </a:p>
          <a:p>
            <a:pPr lvl="4"/>
            <a:r>
              <a:rPr lang="en-US" noProof="0" err="1"/>
              <a:t>Quinto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</p:txBody>
      </p:sp>
      <p:pic>
        <p:nvPicPr>
          <p:cNvPr id="9" name="Immagine 8" descr="crossLabLogo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101" y="6226140"/>
            <a:ext cx="1556700" cy="511003"/>
          </a:xfrm>
          <a:prstGeom prst="rect">
            <a:avLst/>
          </a:prstGeom>
        </p:spPr>
      </p:pic>
      <p:pic>
        <p:nvPicPr>
          <p:cNvPr id="10" name="Immagine 9" descr="Schermata 2019-07-02 alle 11.33.44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2" y="6226140"/>
            <a:ext cx="2392045" cy="548860"/>
          </a:xfrm>
          <a:prstGeom prst="rect">
            <a:avLst/>
          </a:prstGeom>
        </p:spPr>
      </p:pic>
      <p:pic>
        <p:nvPicPr>
          <p:cNvPr id="12" name="Immagine 11" descr="logoUnipi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848" y="6144979"/>
            <a:ext cx="1307462" cy="69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8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41.png"/><Relationship Id="rId7" Type="http://schemas.openxmlformats.org/officeDocument/2006/relationships/diagramData" Target="../diagrams/data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microsoft.com/office/2007/relationships/diagramDrawing" Target="../diagrams/drawing1.xml"/><Relationship Id="rId5" Type="http://schemas.openxmlformats.org/officeDocument/2006/relationships/image" Target="../media/image43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42.png"/><Relationship Id="rId9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-congiusti-5661113.postman.co/workspace/Daniele-Congiusti's-Workspace~7f7d1f4e-bfe2-47a5-8d00-b93ca9736f96/collection/49616499-7dea562f-7ada-4509-838d-6a8c394e45a1?action=share&amp;creator=49616499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rmAutofit/>
          </a:bodyPr>
          <a:lstStyle/>
          <a:p>
            <a:r>
              <a:rPr lang="en-US" sz="3900"/>
              <a:t>Large-Scale and Multi-Structured Databases</a:t>
            </a:r>
            <a:br>
              <a:rPr lang="en-US"/>
            </a:br>
            <a:r>
              <a:rPr lang="en-US" b="1" i="1"/>
              <a:t>Nexus Scholar</a:t>
            </a:r>
            <a:endParaRPr lang="en-US" sz="3300" i="1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Andrea Covelli</a:t>
            </a:r>
          </a:p>
          <a:p>
            <a:r>
              <a:rPr lang="it-IT"/>
              <a:t>Luca Giannini</a:t>
            </a:r>
          </a:p>
          <a:p>
            <a:r>
              <a:rPr lang="it-IT"/>
              <a:t>Daniele Congiusti</a:t>
            </a:r>
          </a:p>
        </p:txBody>
      </p:sp>
    </p:spTree>
    <p:extLst>
      <p:ext uri="{BB962C8B-B14F-4D97-AF65-F5344CB8AC3E}">
        <p14:creationId xmlns:p14="http://schemas.microsoft.com/office/powerpoint/2010/main" val="162146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387B-9513-A290-B4A0-F1AC86631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CA56E5-98DB-81EF-9AB1-0BD31AD6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Highlights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CD447AC-3C5D-187B-1286-5CBD0F1817A2}"/>
              </a:ext>
            </a:extLst>
          </p:cNvPr>
          <p:cNvSpPr txBox="1"/>
          <p:nvPr/>
        </p:nvSpPr>
        <p:spPr>
          <a:xfrm>
            <a:off x="424543" y="1404256"/>
            <a:ext cx="83439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/>
              <a:buChar char="•"/>
            </a:pPr>
            <a:endParaRPr lang="it-IT" i="1"/>
          </a:p>
          <a:p>
            <a:pPr marL="285750" indent="-285750" algn="just">
              <a:buFont typeface="Arial"/>
              <a:buChar char="•"/>
            </a:pPr>
            <a:r>
              <a:rPr lang="it-IT" sz="2000" i="1">
                <a:ea typeface="Calibri"/>
                <a:cs typeface="Calibri"/>
              </a:rPr>
              <a:t>The idea </a:t>
            </a:r>
            <a:r>
              <a:rPr lang="it-IT" sz="2000" i="1" err="1">
                <a:ea typeface="Calibri"/>
                <a:cs typeface="Calibri"/>
              </a:rPr>
              <a:t>consists</a:t>
            </a:r>
            <a:r>
              <a:rPr lang="it-IT" sz="2000" i="1">
                <a:ea typeface="Calibri"/>
                <a:cs typeface="Calibri"/>
              </a:rPr>
              <a:t> of </a:t>
            </a:r>
            <a:r>
              <a:rPr lang="it-IT" sz="2000" i="1" err="1">
                <a:ea typeface="Calibri"/>
                <a:cs typeface="Calibri"/>
              </a:rPr>
              <a:t>creating</a:t>
            </a:r>
            <a:r>
              <a:rPr lang="it-IT" sz="2000" i="1">
                <a:ea typeface="Calibri"/>
                <a:cs typeface="Calibri"/>
              </a:rPr>
              <a:t> a </a:t>
            </a:r>
            <a:r>
              <a:rPr lang="it-IT" sz="2000" i="1" err="1">
                <a:ea typeface="Calibri"/>
                <a:cs typeface="Calibri"/>
              </a:rPr>
              <a:t>platform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dedicated</a:t>
            </a:r>
            <a:r>
              <a:rPr lang="it-IT" sz="2000" i="1">
                <a:ea typeface="Calibri"/>
                <a:cs typeface="Calibri"/>
              </a:rPr>
              <a:t> to </a:t>
            </a:r>
            <a:r>
              <a:rPr lang="it-IT" sz="2000" i="1" err="1">
                <a:ea typeface="Calibri"/>
                <a:cs typeface="Calibri"/>
              </a:rPr>
              <a:t>analyzing</a:t>
            </a:r>
            <a:r>
              <a:rPr lang="it-IT" sz="2000" i="1">
                <a:ea typeface="Calibri"/>
                <a:cs typeface="Calibri"/>
              </a:rPr>
              <a:t> a wide database of </a:t>
            </a:r>
            <a:r>
              <a:rPr lang="it-IT" sz="2000" i="1" err="1">
                <a:ea typeface="Calibri"/>
                <a:cs typeface="Calibri"/>
              </a:rPr>
              <a:t>scientific</a:t>
            </a:r>
            <a:r>
              <a:rPr lang="it-IT" sz="2000" i="1">
                <a:ea typeface="Calibri"/>
                <a:cs typeface="Calibri"/>
              </a:rPr>
              <a:t> papers of </a:t>
            </a:r>
            <a:r>
              <a:rPr lang="it-IT" sz="2000" i="1" err="1">
                <a:ea typeface="Calibri"/>
                <a:cs typeface="Calibri"/>
              </a:rPr>
              <a:t>all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types</a:t>
            </a:r>
            <a:r>
              <a:rPr lang="it-IT" sz="2000" i="1">
                <a:ea typeface="Calibri"/>
                <a:cs typeface="Calibri"/>
              </a:rPr>
              <a:t>, </a:t>
            </a:r>
            <a:r>
              <a:rPr lang="it-IT" sz="2000" i="1" err="1">
                <a:ea typeface="Calibri"/>
                <a:cs typeface="Calibri"/>
              </a:rPr>
              <a:t>which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allows</a:t>
            </a:r>
            <a:r>
              <a:rPr lang="it-IT" sz="2000" i="1">
                <a:ea typeface="Calibri"/>
                <a:cs typeface="Calibri"/>
              </a:rPr>
              <a:t> users to </a:t>
            </a:r>
            <a:r>
              <a:rPr lang="it-IT" sz="2000" i="1" err="1">
                <a:ea typeface="Calibri"/>
                <a:cs typeface="Calibri"/>
              </a:rPr>
              <a:t>identify</a:t>
            </a:r>
            <a:r>
              <a:rPr lang="it-IT" sz="2000" i="1">
                <a:ea typeface="Calibri"/>
                <a:cs typeface="Calibri"/>
              </a:rPr>
              <a:t> and </a:t>
            </a:r>
            <a:r>
              <a:rPr lang="it-IT" sz="2000" i="1" err="1">
                <a:ea typeface="Calibri"/>
                <a:cs typeface="Calibri"/>
              </a:rPr>
              <a:t>view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hidden</a:t>
            </a:r>
            <a:r>
              <a:rPr lang="it-IT" sz="2000" i="1">
                <a:ea typeface="Calibri"/>
                <a:cs typeface="Calibri"/>
              </a:rPr>
              <a:t> connections in the field of </a:t>
            </a:r>
            <a:r>
              <a:rPr lang="it-IT" sz="2000" i="1" err="1">
                <a:ea typeface="Calibri"/>
                <a:cs typeface="Calibri"/>
              </a:rPr>
              <a:t>research</a:t>
            </a:r>
            <a:r>
              <a:rPr lang="it-IT" sz="2000" i="1">
                <a:ea typeface="Calibri"/>
                <a:cs typeface="Calibri"/>
              </a:rPr>
              <a:t>.</a:t>
            </a:r>
          </a:p>
          <a:p>
            <a:endParaRPr lang="it-IT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i="1" err="1">
                <a:ea typeface="Calibri"/>
                <a:cs typeface="Calibri"/>
              </a:rPr>
              <a:t>We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will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offer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such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powerful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analytics</a:t>
            </a:r>
            <a:r>
              <a:rPr lang="it-IT" sz="2000" i="1">
                <a:ea typeface="Calibri"/>
                <a:cs typeface="Calibri"/>
              </a:rPr>
              <a:t>, the </a:t>
            </a:r>
            <a:r>
              <a:rPr lang="it-IT" sz="2000" i="1" err="1">
                <a:ea typeface="Calibri"/>
                <a:cs typeface="Calibri"/>
              </a:rPr>
              <a:t>implementation</a:t>
            </a:r>
            <a:r>
              <a:rPr lang="it-IT" sz="2000" i="1">
                <a:ea typeface="Calibri"/>
                <a:cs typeface="Calibri"/>
              </a:rPr>
              <a:t> of </a:t>
            </a:r>
            <a:r>
              <a:rPr lang="it-IT" sz="2000" i="1" err="1">
                <a:ea typeface="Calibri"/>
                <a:cs typeface="Calibri"/>
              </a:rPr>
              <a:t>which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is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not</a:t>
            </a:r>
            <a:r>
              <a:rPr lang="it-IT" sz="2000" i="1">
                <a:ea typeface="Calibri"/>
                <a:cs typeface="Calibri"/>
              </a:rPr>
              <a:t> easy in </a:t>
            </a:r>
            <a:r>
              <a:rPr lang="it-IT" sz="2000" i="1" err="1">
                <a:ea typeface="Calibri"/>
                <a:cs typeface="Calibri"/>
              </a:rPr>
              <a:t>traditional</a:t>
            </a:r>
            <a:r>
              <a:rPr lang="it-IT" sz="2000" i="1">
                <a:ea typeface="Calibri"/>
                <a:cs typeface="Calibri"/>
              </a:rPr>
              <a:t> databases. Here are some </a:t>
            </a:r>
            <a:r>
              <a:rPr lang="it-IT" sz="2000" i="1" err="1">
                <a:ea typeface="Calibri"/>
                <a:cs typeface="Calibri"/>
              </a:rPr>
              <a:t>examples</a:t>
            </a:r>
            <a:r>
              <a:rPr lang="it-IT" sz="2000" i="1">
                <a:ea typeface="Calibri"/>
                <a:cs typeface="Calibri"/>
              </a:rPr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Discover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researchers</a:t>
            </a:r>
            <a:r>
              <a:rPr lang="it-IT" sz="2000" i="1">
                <a:ea typeface="Calibri"/>
                <a:cs typeface="Calibri"/>
              </a:rPr>
              <a:t> and </a:t>
            </a:r>
            <a:r>
              <a:rPr lang="it-IT" sz="2000" i="1" err="1">
                <a:ea typeface="Calibri"/>
                <a:cs typeface="Calibri"/>
              </a:rPr>
              <a:t>most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influential</a:t>
            </a:r>
            <a:r>
              <a:rPr lang="it-IT" sz="2000" i="1">
                <a:ea typeface="Calibri"/>
                <a:cs typeface="Calibri"/>
              </a:rPr>
              <a:t> papers </a:t>
            </a:r>
            <a:r>
              <a:rPr lang="it-IT" sz="2000" i="1" err="1">
                <a:ea typeface="Calibri"/>
                <a:cs typeface="Calibri"/>
              </a:rPr>
              <a:t>using</a:t>
            </a:r>
            <a:r>
              <a:rPr lang="it-IT" sz="2000" i="1">
                <a:ea typeface="Calibri"/>
                <a:cs typeface="Calibri"/>
              </a:rPr>
              <a:t> ranking </a:t>
            </a:r>
            <a:r>
              <a:rPr lang="it-IT" sz="2000" i="1" err="1">
                <a:ea typeface="Calibri"/>
                <a:cs typeface="Calibri"/>
              </a:rPr>
              <a:t>algorithms</a:t>
            </a:r>
            <a:r>
              <a:rPr lang="it-IT" sz="2000" i="1">
                <a:ea typeface="Calibri"/>
                <a:cs typeface="Calibri"/>
              </a:rPr>
              <a:t> (i.e. </a:t>
            </a:r>
            <a:r>
              <a:rPr lang="it-IT" sz="2000" i="1" err="1">
                <a:ea typeface="Calibri"/>
                <a:cs typeface="Calibri"/>
              </a:rPr>
              <a:t>Pagerank</a:t>
            </a:r>
            <a:r>
              <a:rPr lang="it-IT" sz="2000" i="1">
                <a:ea typeface="Calibri"/>
                <a:cs typeface="Calibri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t-IT" sz="2000" i="1">
                <a:ea typeface="Calibri"/>
                <a:cs typeface="Calibri"/>
              </a:rPr>
              <a:t>Figure out </a:t>
            </a:r>
            <a:r>
              <a:rPr lang="it-IT" sz="2000" i="1" err="1">
                <a:ea typeface="Calibri"/>
                <a:cs typeface="Calibri"/>
              </a:rPr>
              <a:t>shortest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collaboration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paths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between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two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researchers</a:t>
            </a:r>
            <a:r>
              <a:rPr lang="it-IT" sz="2000" i="1">
                <a:ea typeface="Calibri"/>
                <a:cs typeface="Calibri"/>
              </a:rPr>
              <a:t> (</a:t>
            </a:r>
            <a:r>
              <a:rPr lang="it-IT" sz="2000" i="1" err="1">
                <a:ea typeface="Calibri"/>
                <a:cs typeface="Calibri"/>
              </a:rPr>
              <a:t>Erdős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number</a:t>
            </a:r>
            <a:r>
              <a:rPr lang="it-IT" sz="2000" i="1">
                <a:ea typeface="Calibri"/>
                <a:cs typeface="Calibri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t-IT" sz="2000" i="1" err="1">
                <a:ea typeface="Calibri"/>
                <a:cs typeface="Calibri"/>
              </a:rPr>
              <a:t>Analyze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research</a:t>
            </a:r>
            <a:r>
              <a:rPr lang="it-IT" sz="2000" i="1">
                <a:ea typeface="Calibri"/>
                <a:cs typeface="Calibri"/>
              </a:rPr>
              <a:t> trends </a:t>
            </a:r>
            <a:r>
              <a:rPr lang="it-IT" sz="2000" i="1" err="1">
                <a:ea typeface="Calibri"/>
                <a:cs typeface="Calibri"/>
              </a:rPr>
              <a:t>emerging</a:t>
            </a:r>
            <a:r>
              <a:rPr lang="it-IT" sz="2000" i="1">
                <a:ea typeface="Calibri"/>
                <a:cs typeface="Calibri"/>
              </a:rPr>
              <a:t> over time</a:t>
            </a:r>
          </a:p>
        </p:txBody>
      </p:sp>
    </p:spTree>
    <p:extLst>
      <p:ext uri="{BB962C8B-B14F-4D97-AF65-F5344CB8AC3E}">
        <p14:creationId xmlns:p14="http://schemas.microsoft.com/office/powerpoint/2010/main" val="178301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1D8A20-7DC5-3042-A86D-62CF3361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Actors (</a:t>
            </a:r>
            <a:r>
              <a:rPr lang="en-US" err="1"/>
              <a:t>i</a:t>
            </a:r>
            <a:r>
              <a:rPr lang="en-US"/>
              <a:t>)</a:t>
            </a:r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1713CA6F-300A-54AF-5EDC-0BB8D182914E}"/>
              </a:ext>
            </a:extLst>
          </p:cNvPr>
          <p:cNvSpPr/>
          <p:nvPr/>
        </p:nvSpPr>
        <p:spPr>
          <a:xfrm>
            <a:off x="2873955" y="1537522"/>
            <a:ext cx="1404520" cy="5089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may do</a:t>
            </a:r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F12C666-1CA4-840E-1752-FD0456FDA17A}"/>
              </a:ext>
            </a:extLst>
          </p:cNvPr>
          <p:cNvSpPr/>
          <p:nvPr/>
        </p:nvSpPr>
        <p:spPr>
          <a:xfrm>
            <a:off x="5115464" y="1147779"/>
            <a:ext cx="3050761" cy="1311216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Search papers by title or author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View basic author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Restricted </a:t>
            </a:r>
            <a:r>
              <a:rPr lang="it-IT" err="1"/>
              <a:t>analysis</a:t>
            </a: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394C21FB-0704-F778-12DB-C7DAD23DDAB4}"/>
              </a:ext>
            </a:extLst>
          </p:cNvPr>
          <p:cNvSpPr/>
          <p:nvPr/>
        </p:nvSpPr>
        <p:spPr>
          <a:xfrm>
            <a:off x="2873955" y="3303809"/>
            <a:ext cx="1404520" cy="5089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may do</a:t>
            </a:r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3B46981-7C66-9FAC-6EDC-8B45CF9E10FA}"/>
              </a:ext>
            </a:extLst>
          </p:cNvPr>
          <p:cNvSpPr/>
          <p:nvPr/>
        </p:nvSpPr>
        <p:spPr>
          <a:xfrm>
            <a:off x="5115465" y="2810822"/>
            <a:ext cx="3050760" cy="149493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All</a:t>
            </a:r>
            <a:r>
              <a:rPr lang="it-IT"/>
              <a:t> </a:t>
            </a:r>
            <a:r>
              <a:rPr lang="it-IT" err="1"/>
              <a:t>unregistered</a:t>
            </a:r>
            <a:r>
              <a:rPr lang="it-IT"/>
              <a:t> user </a:t>
            </a:r>
            <a:r>
              <a:rPr lang="it-IT" err="1"/>
              <a:t>permissions</a:t>
            </a: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Visualize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View Trend Analysis</a:t>
            </a:r>
            <a:r>
              <a:rPr lang="it-IT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Save searches</a:t>
            </a:r>
            <a:endParaRPr lang="it-IT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642DBB18-4658-1D27-201E-B9859CC62153}"/>
              </a:ext>
            </a:extLst>
          </p:cNvPr>
          <p:cNvSpPr/>
          <p:nvPr/>
        </p:nvSpPr>
        <p:spPr>
          <a:xfrm>
            <a:off x="2873955" y="4930586"/>
            <a:ext cx="1404520" cy="5089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may do</a:t>
            </a:r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F4D8F62-56DD-ACAB-6D9C-DA00FF962236}"/>
              </a:ext>
            </a:extLst>
          </p:cNvPr>
          <p:cNvSpPr/>
          <p:nvPr/>
        </p:nvSpPr>
        <p:spPr>
          <a:xfrm>
            <a:off x="5115464" y="4529457"/>
            <a:ext cx="3050759" cy="1311216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Manage</a:t>
            </a:r>
            <a:r>
              <a:rPr lang="it-IT"/>
              <a:t>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Monitor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Trigger data ingestion</a:t>
            </a:r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AC86494-C202-88CC-E319-664FADDE0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92892" y="1303523"/>
            <a:ext cx="314096" cy="99972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9A1EEE51-B381-086B-E473-A52A3CD09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86157" y="4685201"/>
            <a:ext cx="314096" cy="999728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7783CFF8-822C-B27C-112D-8C0A6A628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92892" y="3058425"/>
            <a:ext cx="314096" cy="99972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C5ED6F5-D202-0AE4-DF61-CA512B0C4D88}"/>
              </a:ext>
            </a:extLst>
          </p:cNvPr>
          <p:cNvSpPr txBox="1"/>
          <p:nvPr/>
        </p:nvSpPr>
        <p:spPr>
          <a:xfrm>
            <a:off x="784707" y="2423064"/>
            <a:ext cx="193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Unregistered</a:t>
            </a:r>
            <a:r>
              <a:rPr lang="it-IT"/>
              <a:t> user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E71AE73-123C-0BE2-3322-861881ADD0E0}"/>
              </a:ext>
            </a:extLst>
          </p:cNvPr>
          <p:cNvSpPr txBox="1"/>
          <p:nvPr/>
        </p:nvSpPr>
        <p:spPr>
          <a:xfrm>
            <a:off x="932697" y="4162173"/>
            <a:ext cx="1634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Registered</a:t>
            </a:r>
            <a:r>
              <a:rPr lang="it-IT"/>
              <a:t> user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FB040E8-3D5B-9F5F-D302-DB2B74A33471}"/>
              </a:ext>
            </a:extLst>
          </p:cNvPr>
          <p:cNvSpPr txBox="1"/>
          <p:nvPr/>
        </p:nvSpPr>
        <p:spPr>
          <a:xfrm>
            <a:off x="986116" y="5733947"/>
            <a:ext cx="147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Administrator</a:t>
            </a:r>
          </a:p>
        </p:txBody>
      </p:sp>
    </p:spTree>
    <p:extLst>
      <p:ext uri="{BB962C8B-B14F-4D97-AF65-F5344CB8AC3E}">
        <p14:creationId xmlns:p14="http://schemas.microsoft.com/office/powerpoint/2010/main" val="71099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77F8C-7092-8716-22E7-9A6D8D08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E3F3B-822F-EF55-6057-10758470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F4694F3-C5B7-4209-CD77-0F0FFF30ECFC}"/>
              </a:ext>
            </a:extLst>
          </p:cNvPr>
          <p:cNvSpPr txBox="1"/>
          <p:nvPr/>
        </p:nvSpPr>
        <p:spPr>
          <a:xfrm>
            <a:off x="465364" y="1233093"/>
            <a:ext cx="821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Unregistered user / Registered User</a:t>
            </a:r>
          </a:p>
        </p:txBody>
      </p:sp>
      <p:pic>
        <p:nvPicPr>
          <p:cNvPr id="5" name="Immagine 4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0684AB8B-F553-A609-0BA9-6850ECAC4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85" y="1649325"/>
            <a:ext cx="8458028" cy="397558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AE67FB2-5308-6614-B06A-E7F09ED61ACE}"/>
              </a:ext>
            </a:extLst>
          </p:cNvPr>
          <p:cNvSpPr txBox="1"/>
          <p:nvPr/>
        </p:nvSpPr>
        <p:spPr>
          <a:xfrm>
            <a:off x="342985" y="5671807"/>
            <a:ext cx="2624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Homepage Nexus </a:t>
            </a:r>
            <a:r>
              <a:rPr lang="it-IT" err="1"/>
              <a:t>Scholar</a:t>
            </a:r>
            <a:r>
              <a:rPr lang="it-IT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537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5339-8AEA-6522-9C6E-344C91BB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2A1DD-1FA2-DE5D-B2B8-8EFB3A85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BA53B7E-3048-6AB2-DB65-69CD616F88CC}"/>
              </a:ext>
            </a:extLst>
          </p:cNvPr>
          <p:cNvSpPr txBox="1"/>
          <p:nvPr/>
        </p:nvSpPr>
        <p:spPr>
          <a:xfrm>
            <a:off x="465364" y="1233093"/>
            <a:ext cx="821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Unregistered user / Registered User</a:t>
            </a:r>
          </a:p>
        </p:txBody>
      </p:sp>
      <p:pic>
        <p:nvPicPr>
          <p:cNvPr id="5" name="Immagine 4" descr="Immagine che contiene testo, software, schermata, Pagina Web&#10;&#10;Il contenuto generato dall'IA potrebbe non essere corretto.">
            <a:extLst>
              <a:ext uri="{FF2B5EF4-FFF2-40B4-BE49-F238E27FC236}">
                <a16:creationId xmlns:a16="http://schemas.microsoft.com/office/drawing/2014/main" id="{D80F7137-7769-9B4B-9DC3-40B555A74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64" y="1602425"/>
            <a:ext cx="8177280" cy="389475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2F8C274-013E-E431-A47D-6A5C1D935759}"/>
              </a:ext>
            </a:extLst>
          </p:cNvPr>
          <p:cNvSpPr txBox="1"/>
          <p:nvPr/>
        </p:nvSpPr>
        <p:spPr>
          <a:xfrm>
            <a:off x="465364" y="5688419"/>
            <a:ext cx="5612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Search</a:t>
            </a:r>
            <a:r>
              <a:rPr lang="it-IT"/>
              <a:t> page (</a:t>
            </a:r>
            <a:r>
              <a:rPr lang="it-IT" err="1"/>
              <a:t>unregistered</a:t>
            </a:r>
            <a:r>
              <a:rPr lang="it-IT"/>
              <a:t> user can do limited </a:t>
            </a:r>
            <a:r>
              <a:rPr lang="it-IT" err="1"/>
              <a:t>researches</a:t>
            </a:r>
            <a:r>
              <a:rPr lang="it-IT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91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A86FA-A65D-BD7D-AD05-841431E2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8E90D-9868-31B6-3BB0-282DE88B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89D1371-01A3-C2CA-93C4-70C70433CCD5}"/>
              </a:ext>
            </a:extLst>
          </p:cNvPr>
          <p:cNvSpPr txBox="1"/>
          <p:nvPr/>
        </p:nvSpPr>
        <p:spPr>
          <a:xfrm>
            <a:off x="465364" y="1233093"/>
            <a:ext cx="821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Unregistered user / Registered User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9A0074F-0624-06AB-D730-19EBA3CDF02F}"/>
              </a:ext>
            </a:extLst>
          </p:cNvPr>
          <p:cNvSpPr txBox="1"/>
          <p:nvPr/>
        </p:nvSpPr>
        <p:spPr>
          <a:xfrm>
            <a:off x="465364" y="5688419"/>
            <a:ext cx="776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Paper </a:t>
            </a:r>
            <a:r>
              <a:rPr lang="it-IT" err="1"/>
              <a:t>detail</a:t>
            </a:r>
            <a:r>
              <a:rPr lang="it-IT"/>
              <a:t> page (</a:t>
            </a:r>
            <a:r>
              <a:rPr lang="it-IT" err="1"/>
              <a:t>unregistered</a:t>
            </a:r>
            <a:r>
              <a:rPr lang="it-IT"/>
              <a:t> user can </a:t>
            </a:r>
            <a:r>
              <a:rPr lang="it-IT" err="1"/>
              <a:t>view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a part of overall </a:t>
            </a:r>
            <a:r>
              <a:rPr lang="it-IT" err="1"/>
              <a:t>informations</a:t>
            </a:r>
            <a:r>
              <a:rPr lang="it-IT"/>
              <a:t>)</a:t>
            </a:r>
          </a:p>
        </p:txBody>
      </p:sp>
      <p:pic>
        <p:nvPicPr>
          <p:cNvPr id="7" name="Immagine 6" descr="Immagine che contiene testo, schermata, Pagina Web, software&#10;&#10;Il contenuto generato dall'IA potrebbe non essere corretto.">
            <a:extLst>
              <a:ext uri="{FF2B5EF4-FFF2-40B4-BE49-F238E27FC236}">
                <a16:creationId xmlns:a16="http://schemas.microsoft.com/office/drawing/2014/main" id="{32705596-B9C1-0781-68A4-6C259479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41" y="1659352"/>
            <a:ext cx="7650362" cy="36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7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8F689-4275-F249-BEF0-97526D5D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EF0FDA-85C6-245F-7896-598A445A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5970540-3FEA-8C6A-1671-65B0CB6E172C}"/>
              </a:ext>
            </a:extLst>
          </p:cNvPr>
          <p:cNvSpPr txBox="1"/>
          <p:nvPr/>
        </p:nvSpPr>
        <p:spPr>
          <a:xfrm>
            <a:off x="465364" y="1233093"/>
            <a:ext cx="821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Unregistered user / Registered User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C6F8D31-1A5C-5803-C6F5-A460D45DB2A9}"/>
              </a:ext>
            </a:extLst>
          </p:cNvPr>
          <p:cNvSpPr txBox="1"/>
          <p:nvPr/>
        </p:nvSpPr>
        <p:spPr>
          <a:xfrm>
            <a:off x="465364" y="5688419"/>
            <a:ext cx="661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Analytics </a:t>
            </a:r>
            <a:r>
              <a:rPr lang="it-IT" err="1"/>
              <a:t>result</a:t>
            </a:r>
            <a:r>
              <a:rPr lang="it-IT"/>
              <a:t> page (</a:t>
            </a:r>
            <a:r>
              <a:rPr lang="it-IT" err="1"/>
              <a:t>unregistered</a:t>
            </a:r>
            <a:r>
              <a:rPr lang="it-IT"/>
              <a:t> user can </a:t>
            </a:r>
            <a:r>
              <a:rPr lang="it-IT" err="1"/>
              <a:t>only</a:t>
            </a:r>
            <a:r>
              <a:rPr lang="it-IT"/>
              <a:t> do limited </a:t>
            </a:r>
            <a:r>
              <a:rPr lang="it-IT" err="1"/>
              <a:t>analytics</a:t>
            </a:r>
            <a:r>
              <a:rPr lang="it-IT"/>
              <a:t>)</a:t>
            </a:r>
          </a:p>
        </p:txBody>
      </p:sp>
      <p:pic>
        <p:nvPicPr>
          <p:cNvPr id="7" name="Immagine 6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B78B7B9A-7F04-0DBC-A479-41B54F2CE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7" y="1602425"/>
            <a:ext cx="8083474" cy="390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7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BCC6-5393-B350-AC08-8D475907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BCE50C-324E-2660-E7AD-266E51D3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FD57424-07AC-598D-5991-809B648B4C84}"/>
              </a:ext>
            </a:extLst>
          </p:cNvPr>
          <p:cNvSpPr txBox="1"/>
          <p:nvPr/>
        </p:nvSpPr>
        <p:spPr>
          <a:xfrm>
            <a:off x="465364" y="1233093"/>
            <a:ext cx="821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Registered User</a:t>
            </a:r>
          </a:p>
        </p:txBody>
      </p:sp>
      <p:pic>
        <p:nvPicPr>
          <p:cNvPr id="5" name="Immagine 4" descr="Immagine che contiene testo, software, Icona del computer, Pagina Web&#10;&#10;Il contenuto generato dall'IA potrebbe non essere corretto.">
            <a:extLst>
              <a:ext uri="{FF2B5EF4-FFF2-40B4-BE49-F238E27FC236}">
                <a16:creationId xmlns:a16="http://schemas.microsoft.com/office/drawing/2014/main" id="{FB95C403-CBCD-BEBD-C453-E942C5A7C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64" y="1602425"/>
            <a:ext cx="8161570" cy="390428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CE958E3-7480-CB05-6717-DC16CE5626A0}"/>
              </a:ext>
            </a:extLst>
          </p:cNvPr>
          <p:cNvSpPr txBox="1"/>
          <p:nvPr/>
        </p:nvSpPr>
        <p:spPr>
          <a:xfrm>
            <a:off x="542260" y="5709684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Registered</a:t>
            </a:r>
            <a:r>
              <a:rPr lang="it-IT"/>
              <a:t> user personal </a:t>
            </a:r>
            <a:r>
              <a:rPr lang="it-IT" err="1"/>
              <a:t>bookmarked</a:t>
            </a:r>
            <a:r>
              <a:rPr lang="it-IT"/>
              <a:t> papers </a:t>
            </a:r>
            <a:r>
              <a:rPr lang="it-IT" err="1"/>
              <a:t>section</a:t>
            </a:r>
            <a:r>
              <a:rPr lang="it-IT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1215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4950-067B-E4FC-2508-0CC69C97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B7BDF-FFEE-CAC8-7C6B-CBE45793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C865E0F-CC54-EBB7-E65A-E6FE0C2243EE}"/>
              </a:ext>
            </a:extLst>
          </p:cNvPr>
          <p:cNvSpPr txBox="1"/>
          <p:nvPr/>
        </p:nvSpPr>
        <p:spPr>
          <a:xfrm>
            <a:off x="465364" y="1233093"/>
            <a:ext cx="821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Registered User</a:t>
            </a:r>
          </a:p>
        </p:txBody>
      </p:sp>
      <p:pic>
        <p:nvPicPr>
          <p:cNvPr id="6" name="Immagine 5" descr="Immagine che contiene testo, software, Icona del computer, Pagina Web&#10;&#10;Il contenuto generato dall'IA potrebbe non essere corretto.">
            <a:extLst>
              <a:ext uri="{FF2B5EF4-FFF2-40B4-BE49-F238E27FC236}">
                <a16:creationId xmlns:a16="http://schemas.microsoft.com/office/drawing/2014/main" id="{97ACE3A6-0038-C496-F2CF-E075C91F5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64" y="1600954"/>
            <a:ext cx="8399721" cy="401154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8ADB239-DCF5-B98E-A8DA-18922034C13F}"/>
              </a:ext>
            </a:extLst>
          </p:cNvPr>
          <p:cNvSpPr txBox="1"/>
          <p:nvPr/>
        </p:nvSpPr>
        <p:spPr>
          <a:xfrm>
            <a:off x="465364" y="5631343"/>
            <a:ext cx="4151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Registered</a:t>
            </a:r>
            <a:r>
              <a:rPr lang="it-IT"/>
              <a:t> user personal </a:t>
            </a:r>
            <a:r>
              <a:rPr lang="it-IT" err="1"/>
              <a:t>analytics</a:t>
            </a:r>
            <a:r>
              <a:rPr lang="it-IT"/>
              <a:t> </a:t>
            </a:r>
            <a:r>
              <a:rPr lang="it-IT" err="1"/>
              <a:t>section</a:t>
            </a:r>
            <a:r>
              <a:rPr lang="it-IT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929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45DFA-47EC-1692-68F9-F74DD7F0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19D08A-FE5E-A5B0-26CE-A1B8106D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pic>
        <p:nvPicPr>
          <p:cNvPr id="5" name="Immagine 4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875C4AC1-3F6E-87D3-96E1-89654BAFC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6" y="1415445"/>
            <a:ext cx="8436708" cy="402711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E0871FD-F300-1F37-AC6C-4C601292417E}"/>
              </a:ext>
            </a:extLst>
          </p:cNvPr>
          <p:cNvSpPr txBox="1"/>
          <p:nvPr/>
        </p:nvSpPr>
        <p:spPr>
          <a:xfrm>
            <a:off x="446567" y="954937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Admin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9E7EC7F-E061-F072-F794-503B49CF3EAC}"/>
              </a:ext>
            </a:extLst>
          </p:cNvPr>
          <p:cNvSpPr txBox="1"/>
          <p:nvPr/>
        </p:nvSpPr>
        <p:spPr>
          <a:xfrm>
            <a:off x="353646" y="5645888"/>
            <a:ext cx="18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System state page</a:t>
            </a:r>
          </a:p>
        </p:txBody>
      </p:sp>
    </p:spTree>
    <p:extLst>
      <p:ext uri="{BB962C8B-B14F-4D97-AF65-F5344CB8AC3E}">
        <p14:creationId xmlns:p14="http://schemas.microsoft.com/office/powerpoint/2010/main" val="511549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72A64-7B04-209E-EFB3-7D411EC30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81B83F-2CD6-0B94-0834-65E95121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F648A7-B191-1FF1-879C-303D89E900EF}"/>
              </a:ext>
            </a:extLst>
          </p:cNvPr>
          <p:cNvSpPr txBox="1"/>
          <p:nvPr/>
        </p:nvSpPr>
        <p:spPr>
          <a:xfrm>
            <a:off x="446567" y="954937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Admin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87F62D5-9A57-8D1D-5E4A-F71073553D3E}"/>
              </a:ext>
            </a:extLst>
          </p:cNvPr>
          <p:cNvSpPr txBox="1"/>
          <p:nvPr/>
        </p:nvSpPr>
        <p:spPr>
          <a:xfrm>
            <a:off x="353646" y="5645888"/>
            <a:ext cx="3118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System user management page</a:t>
            </a:r>
          </a:p>
        </p:txBody>
      </p:sp>
      <p:pic>
        <p:nvPicPr>
          <p:cNvPr id="4" name="Immagine 3" descr="Immagine che contiene testo, software, Icona del computer, Pagina Web&#10;&#10;Il contenuto generato dall'IA potrebbe non essere corretto.">
            <a:extLst>
              <a:ext uri="{FF2B5EF4-FFF2-40B4-BE49-F238E27FC236}">
                <a16:creationId xmlns:a16="http://schemas.microsoft.com/office/drawing/2014/main" id="{643EC5DE-3436-F2DE-88C0-D06EFA8A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53" y="1430912"/>
            <a:ext cx="8344571" cy="399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95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3D54-99F6-BEC7-F044-A967A74E9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BF0263-8A0C-59BC-B8DC-A008C04C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MockUps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C2790E4-E196-3538-C006-C464379C6402}"/>
              </a:ext>
            </a:extLst>
          </p:cNvPr>
          <p:cNvSpPr txBox="1"/>
          <p:nvPr/>
        </p:nvSpPr>
        <p:spPr>
          <a:xfrm>
            <a:off x="446567" y="954937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Admin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2323DFA-8627-FAC4-601C-5D83AE6811A8}"/>
              </a:ext>
            </a:extLst>
          </p:cNvPr>
          <p:cNvSpPr txBox="1"/>
          <p:nvPr/>
        </p:nvSpPr>
        <p:spPr>
          <a:xfrm>
            <a:off x="353646" y="5645888"/>
            <a:ext cx="3341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System paper management page</a:t>
            </a:r>
          </a:p>
        </p:txBody>
      </p:sp>
      <p:pic>
        <p:nvPicPr>
          <p:cNvPr id="5" name="Immagine 4" descr="Immagine che contiene testo, software, Icona del computer, Sistema operativo&#10;&#10;Il contenuto generato dall'IA potrebbe non essere corretto.">
            <a:extLst>
              <a:ext uri="{FF2B5EF4-FFF2-40B4-BE49-F238E27FC236}">
                <a16:creationId xmlns:a16="http://schemas.microsoft.com/office/drawing/2014/main" id="{6D8B0113-D63F-A894-F2C9-4F10C255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35" y="1316001"/>
            <a:ext cx="8744503" cy="415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28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4B3110B-6124-9585-2B5C-2DE748A52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3075" y="404812"/>
            <a:ext cx="8477849" cy="532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10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A93700-7F87-6E45-9902-A8B2384A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Description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8E8217-0879-6045-A028-80534F620714}"/>
              </a:ext>
            </a:extLst>
          </p:cNvPr>
          <p:cNvSpPr txBox="1"/>
          <p:nvPr/>
        </p:nvSpPr>
        <p:spPr>
          <a:xfrm>
            <a:off x="397486" y="1074509"/>
            <a:ext cx="834902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i="1"/>
              <a:t>Source: </a:t>
            </a:r>
            <a:r>
              <a:rPr lang="fr-FR" sz="2000"/>
              <a:t>DBLP Computer Science Bibliography (XML Dump), </a:t>
            </a:r>
            <a:r>
              <a:rPr lang="it-IT" sz="2000"/>
              <a:t>Semantic </a:t>
            </a:r>
            <a:r>
              <a:rPr lang="it-IT" sz="2000" err="1"/>
              <a:t>Scholar</a:t>
            </a:r>
            <a:r>
              <a:rPr lang="it-IT" sz="2000"/>
              <a:t> (S2) API (JSON)</a:t>
            </a:r>
            <a:endParaRPr lang="en-US" sz="2000" b="1" i="1"/>
          </a:p>
          <a:p>
            <a:pPr lvl="0"/>
            <a:endParaRPr lang="en-US" sz="2000" b="1" i="1"/>
          </a:p>
          <a:p>
            <a:pPr lvl="0"/>
            <a:r>
              <a:rPr lang="en-US" sz="2000" b="1" i="1"/>
              <a:t>Description: </a:t>
            </a:r>
            <a:r>
              <a:rPr lang="en-US" sz="2000"/>
              <a:t>DBLP provides comprehensive bibliographic information on computer science journals and proceedings. S2 offers pre-print access across various scientific fields.</a:t>
            </a:r>
            <a:endParaRPr lang="en-US" sz="2000" b="1" i="1"/>
          </a:p>
          <a:p>
            <a:pPr lvl="0"/>
            <a:endParaRPr lang="en-US" sz="2000" b="1" i="1"/>
          </a:p>
          <a:p>
            <a:pPr lvl="0"/>
            <a:r>
              <a:rPr lang="en-US" sz="2000" b="1" i="1"/>
              <a:t>Volume: </a:t>
            </a:r>
            <a:r>
              <a:rPr lang="en-US" sz="2000"/>
              <a:t>High. DBLP dump is ~1GB containing:</a:t>
            </a:r>
          </a:p>
          <a:p>
            <a:pPr lvl="0"/>
            <a:endParaRPr lang="en-US" sz="2000" b="1" i="1"/>
          </a:p>
          <a:p>
            <a:pPr lvl="0"/>
            <a:endParaRPr lang="en-US" sz="2000" b="1" i="1"/>
          </a:p>
          <a:p>
            <a:pPr lvl="0"/>
            <a:r>
              <a:rPr lang="en-US" sz="2000" b="1" i="1"/>
              <a:t>Variety</a:t>
            </a:r>
            <a:r>
              <a:rPr lang="en-US" sz="2000"/>
              <a:t>: Medium-High. Data from distinct sources (Dump vs. API) and formats (XML and JSON)</a:t>
            </a:r>
          </a:p>
          <a:p>
            <a:pPr lvl="0"/>
            <a:endParaRPr lang="en-US" sz="2000" b="1" i="1"/>
          </a:p>
          <a:p>
            <a:pPr lvl="0"/>
            <a:r>
              <a:rPr lang="en-US" sz="2000" b="1" i="1"/>
              <a:t>Velocity/Variability</a:t>
            </a:r>
            <a:r>
              <a:rPr lang="en-US" sz="2000"/>
              <a:t>: Low-Medium. DBLP provides monthly dumps. </a:t>
            </a:r>
            <a:r>
              <a:rPr lang="it-IT" sz="2000"/>
              <a:t>Semantic </a:t>
            </a:r>
            <a:r>
              <a:rPr lang="it-IT" sz="2000" err="1"/>
              <a:t>Scholar</a:t>
            </a:r>
            <a:r>
              <a:rPr lang="en-US" sz="2000"/>
              <a:t> has higher velocity (daily updates)</a:t>
            </a:r>
          </a:p>
          <a:p>
            <a:pPr lvl="0"/>
            <a:endParaRPr lang="en-US" sz="2000" b="1" i="1"/>
          </a:p>
        </p:txBody>
      </p:sp>
      <p:pic>
        <p:nvPicPr>
          <p:cNvPr id="5" name="Picture 2" descr="dblp: computer science bibliography">
            <a:extLst>
              <a:ext uri="{FF2B5EF4-FFF2-40B4-BE49-F238E27FC236}">
                <a16:creationId xmlns:a16="http://schemas.microsoft.com/office/drawing/2014/main" id="{B0B2FA18-29EE-C6F8-B841-48B8F5E59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16" y="130445"/>
            <a:ext cx="903712" cy="9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4211BE7-E950-0151-CB3D-9BC7BEA660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2"/>
          <a:stretch>
            <a:fillRect/>
          </a:stretch>
        </p:blipFill>
        <p:spPr bwMode="auto">
          <a:xfrm>
            <a:off x="7360584" y="130445"/>
            <a:ext cx="1143000" cy="9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0DA74DDF-9698-DE36-9984-E1C6DB19F4D3}"/>
              </a:ext>
            </a:extLst>
          </p:cNvPr>
          <p:cNvSpPr/>
          <p:nvPr/>
        </p:nvSpPr>
        <p:spPr>
          <a:xfrm>
            <a:off x="1875947" y="3667800"/>
            <a:ext cx="2216989" cy="33643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+6 mln </a:t>
            </a:r>
            <a:r>
              <a:rPr lang="it-IT" err="1"/>
              <a:t>publications</a:t>
            </a:r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5BBBB38-7B73-2F82-1E61-39E56E19C120}"/>
              </a:ext>
            </a:extLst>
          </p:cNvPr>
          <p:cNvSpPr/>
          <p:nvPr/>
        </p:nvSpPr>
        <p:spPr>
          <a:xfrm>
            <a:off x="4739351" y="3667800"/>
            <a:ext cx="2216989" cy="33643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+3 mln </a:t>
            </a:r>
            <a:r>
              <a:rPr lang="it-IT" err="1"/>
              <a:t>authors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667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BF00B-078D-1FA7-AD98-5ADD7404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D65BEC-2088-DAC1-C75C-884BE8A4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Pre-processing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645163A-79C0-3B03-2DE7-5D98FCE5C290}"/>
              </a:ext>
            </a:extLst>
          </p:cNvPr>
          <p:cNvSpPr txBox="1"/>
          <p:nvPr/>
        </p:nvSpPr>
        <p:spPr>
          <a:xfrm>
            <a:off x="640416" y="1644245"/>
            <a:ext cx="69218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/>
              <a:t>Preliminary steps </a:t>
            </a:r>
            <a:r>
              <a:rPr lang="it-IT" sz="2000" err="1"/>
              <a:t>required</a:t>
            </a:r>
            <a:r>
              <a:rPr lang="it-IT" sz="2000"/>
              <a:t> to set the </a:t>
            </a:r>
            <a:r>
              <a:rPr lang="it-IT" sz="2000" err="1"/>
              <a:t>environment</a:t>
            </a:r>
            <a:r>
              <a:rPr lang="it-IT" sz="200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err="1"/>
              <a:t>python</a:t>
            </a:r>
            <a:r>
              <a:rPr lang="it-IT"/>
              <a:t> </a:t>
            </a:r>
            <a:r>
              <a:rPr lang="it-IT" err="1"/>
              <a:t>virtual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err="1"/>
              <a:t>mongo</a:t>
            </a:r>
            <a:r>
              <a:rPr lang="it-IT"/>
              <a:t> key-file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err="1"/>
              <a:t>docker</a:t>
            </a:r>
            <a:endParaRPr lang="it-IT"/>
          </a:p>
          <a:p>
            <a:endParaRPr lang="it-IT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err="1"/>
              <a:t>Pre</a:t>
            </a:r>
            <a:r>
              <a:rPr lang="it-IT" sz="2000" b="1"/>
              <a:t>-processing </a:t>
            </a:r>
            <a:r>
              <a:rPr lang="it-IT" sz="2000" b="1" err="1"/>
              <a:t>phase</a:t>
            </a:r>
            <a:r>
              <a:rPr lang="it-IT" sz="2000" b="1"/>
              <a:t> </a:t>
            </a:r>
            <a:r>
              <a:rPr lang="it-IT" sz="2000" err="1"/>
              <a:t>consists</a:t>
            </a:r>
            <a:r>
              <a:rPr lang="it-IT" sz="2000"/>
              <a:t> in </a:t>
            </a:r>
            <a:r>
              <a:rPr lang="it-IT" sz="2000" b="1"/>
              <a:t>4 </a:t>
            </a:r>
            <a:r>
              <a:rPr lang="it-IT" sz="2000" b="1" err="1"/>
              <a:t>phases</a:t>
            </a:r>
            <a:r>
              <a:rPr lang="it-IT" sz="200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err="1"/>
              <a:t>Parsing</a:t>
            </a:r>
            <a:r>
              <a:rPr lang="it-IT"/>
              <a:t> and filtering DBLP dataset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err="1"/>
              <a:t>Collecting</a:t>
            </a:r>
            <a:r>
              <a:rPr lang="it-IT"/>
              <a:t> Semantic </a:t>
            </a:r>
            <a:r>
              <a:rPr lang="it-IT" err="1"/>
              <a:t>Scholar</a:t>
            </a:r>
            <a:r>
              <a:rPr lang="it-IT"/>
              <a:t> API 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err="1"/>
              <a:t>Enrich</a:t>
            </a:r>
            <a:r>
              <a:rPr lang="it-IT"/>
              <a:t> DBLP data with Semantic </a:t>
            </a:r>
            <a:r>
              <a:rPr lang="it-IT" err="1"/>
              <a:t>Scholar</a:t>
            </a:r>
            <a:r>
              <a:rPr lang="it-IT"/>
              <a:t> </a:t>
            </a:r>
            <a:r>
              <a:rPr lang="it-IT" err="1"/>
              <a:t>collected</a:t>
            </a:r>
            <a:r>
              <a:rPr lang="it-IT"/>
              <a:t> 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/>
              <a:t>Load data in 3 </a:t>
            </a:r>
            <a:r>
              <a:rPr lang="it-IT" err="1"/>
              <a:t>mongoDB</a:t>
            </a:r>
            <a:r>
              <a:rPr lang="it-IT"/>
              <a:t> and 1 Neo4j </a:t>
            </a:r>
            <a:r>
              <a:rPr lang="it-IT" err="1"/>
              <a:t>instances</a:t>
            </a:r>
            <a:endParaRPr lang="it-IT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pic>
        <p:nvPicPr>
          <p:cNvPr id="10" name="Immagine 9" descr="Immagine che contiene clipart, simbolo&#10;&#10;Il contenuto generato dall'IA potrebbe non essere corretto.">
            <a:extLst>
              <a:ext uri="{FF2B5EF4-FFF2-40B4-BE49-F238E27FC236}">
                <a16:creationId xmlns:a16="http://schemas.microsoft.com/office/drawing/2014/main" id="{7A6831C2-E9E7-25A6-1577-E37C3FFB4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16" y="309575"/>
            <a:ext cx="848142" cy="848142"/>
          </a:xfrm>
          <a:prstGeom prst="rect">
            <a:avLst/>
          </a:prstGeom>
        </p:spPr>
      </p:pic>
      <p:pic>
        <p:nvPicPr>
          <p:cNvPr id="12" name="Immagine 11" descr="Immagine che contiene Elementi grafici, clipart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10BE990D-15CF-6399-34AB-FDA1212F1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305" y="42530"/>
            <a:ext cx="1382233" cy="138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37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A7364-9B4E-DC49-AA70-BE5A302D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28" y="0"/>
            <a:ext cx="8761797" cy="1143000"/>
          </a:xfrm>
        </p:spPr>
        <p:txBody>
          <a:bodyPr/>
          <a:lstStyle/>
          <a:p>
            <a:r>
              <a:rPr lang="en-US"/>
              <a:t>UML Design Class Diagram</a:t>
            </a:r>
          </a:p>
        </p:txBody>
      </p:sp>
      <p:pic>
        <p:nvPicPr>
          <p:cNvPr id="20" name="Immagine 19" descr="Immagine che contiene testo, diagramma, Piano, Parallelo&#10;&#10;Il contenuto generato dall'IA potrebbe non essere corretto.">
            <a:extLst>
              <a:ext uri="{FF2B5EF4-FFF2-40B4-BE49-F238E27FC236}">
                <a16:creationId xmlns:a16="http://schemas.microsoft.com/office/drawing/2014/main" id="{17ED0844-57F3-E633-ABBD-E7DB3E046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409" y="960120"/>
            <a:ext cx="5899182" cy="479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92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E86CC-9103-FD27-DF99-A05BB1B1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103D43-ADC4-3DC2-18EE-A6F94FA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Application non-functional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3B035-9B90-56BB-8F35-2177BC70220A}"/>
              </a:ext>
            </a:extLst>
          </p:cNvPr>
          <p:cNvSpPr txBox="1"/>
          <p:nvPr/>
        </p:nvSpPr>
        <p:spPr>
          <a:xfrm>
            <a:off x="297795" y="949343"/>
            <a:ext cx="593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Architectural Constraints, Security &amp; Reliability Standards</a:t>
            </a:r>
            <a:endParaRPr lang="it-IT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B1058F-C9CD-D6E2-6B0C-50609BB05B24}"/>
              </a:ext>
            </a:extLst>
          </p:cNvPr>
          <p:cNvGrpSpPr/>
          <p:nvPr/>
        </p:nvGrpSpPr>
        <p:grpSpPr>
          <a:xfrm>
            <a:off x="407405" y="1790322"/>
            <a:ext cx="3702868" cy="1638678"/>
            <a:chOff x="407405" y="1790322"/>
            <a:chExt cx="3702868" cy="163867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F8A176-062D-9214-32F7-F23B43060CBB}"/>
                </a:ext>
              </a:extLst>
            </p:cNvPr>
            <p:cNvSpPr/>
            <p:nvPr/>
          </p:nvSpPr>
          <p:spPr>
            <a:xfrm>
              <a:off x="407406" y="1790323"/>
              <a:ext cx="3702867" cy="1638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988839-B73D-8588-D0DB-05EE9D10F3B8}"/>
                </a:ext>
              </a:extLst>
            </p:cNvPr>
            <p:cNvSpPr/>
            <p:nvPr/>
          </p:nvSpPr>
          <p:spPr>
            <a:xfrm>
              <a:off x="407405" y="1790322"/>
              <a:ext cx="126750" cy="1638677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F7D4E1D-1E3A-695F-9F03-A52CEAD06726}"/>
              </a:ext>
            </a:extLst>
          </p:cNvPr>
          <p:cNvSpPr txBox="1"/>
          <p:nvPr/>
        </p:nvSpPr>
        <p:spPr>
          <a:xfrm>
            <a:off x="534155" y="1876280"/>
            <a:ext cx="2634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0">
                <a:solidFill>
                  <a:schemeClr val="tx2">
                    <a:lumMod val="75000"/>
                  </a:schemeClr>
                </a:solidFill>
                <a:effectLst/>
                <a:latin typeface="Inter"/>
              </a:rPr>
              <a:t>1. SECURITY &amp; ACCESS CONTROL</a:t>
            </a:r>
            <a:endParaRPr lang="it-IT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FA5F5-8AAE-2A39-DE46-9F35400D1BE4}"/>
              </a:ext>
            </a:extLst>
          </p:cNvPr>
          <p:cNvSpPr txBox="1"/>
          <p:nvPr/>
        </p:nvSpPr>
        <p:spPr>
          <a:xfrm>
            <a:off x="534155" y="2180097"/>
            <a:ext cx="35761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333333"/>
                </a:solidFill>
              </a:rPr>
              <a:t>Data Encryption:</a:t>
            </a:r>
            <a:r>
              <a:rPr lang="en-US" sz="1400">
                <a:solidFill>
                  <a:srgbClr val="333333"/>
                </a:solidFill>
              </a:rPr>
              <a:t> Passwords must be secured via </a:t>
            </a:r>
            <a:r>
              <a:rPr lang="en-US" sz="1400" b="1">
                <a:solidFill>
                  <a:srgbClr val="0088CC"/>
                </a:solidFill>
              </a:rPr>
              <a:t>BCrypt</a:t>
            </a:r>
            <a:r>
              <a:rPr lang="en-US" sz="1400">
                <a:solidFill>
                  <a:srgbClr val="333333"/>
                </a:solidFill>
              </a:rPr>
              <a:t> hashing before storage.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333333"/>
                </a:solidFill>
              </a:rPr>
              <a:t>Stateless Authentication:</a:t>
            </a:r>
            <a:r>
              <a:rPr lang="en-US" sz="1400">
                <a:solidFill>
                  <a:srgbClr val="333333"/>
                </a:solidFill>
              </a:rPr>
              <a:t> API must be secured via </a:t>
            </a:r>
            <a:r>
              <a:rPr lang="en-US" sz="1400" b="1">
                <a:solidFill>
                  <a:srgbClr val="0088CC"/>
                </a:solidFill>
              </a:rPr>
              <a:t>JWT</a:t>
            </a:r>
            <a:r>
              <a:rPr lang="en-US" sz="1400">
                <a:solidFill>
                  <a:srgbClr val="333333"/>
                </a:solidFill>
              </a:rPr>
              <a:t> in headers.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333333"/>
                </a:solidFill>
              </a:rPr>
              <a:t>Protection:</a:t>
            </a:r>
            <a:r>
              <a:rPr lang="en-US" sz="1400">
                <a:solidFill>
                  <a:srgbClr val="333333"/>
                </a:solidFill>
              </a:rPr>
              <a:t> API endpoints must be stateless.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D162D3-DB75-2DC9-D644-2F6C8193047A}"/>
              </a:ext>
            </a:extLst>
          </p:cNvPr>
          <p:cNvGrpSpPr/>
          <p:nvPr/>
        </p:nvGrpSpPr>
        <p:grpSpPr>
          <a:xfrm>
            <a:off x="5033726" y="1790321"/>
            <a:ext cx="3702868" cy="1638678"/>
            <a:chOff x="407405" y="1790322"/>
            <a:chExt cx="3702868" cy="163867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A495FD-2E02-5035-82A5-72D5970B1E95}"/>
                </a:ext>
              </a:extLst>
            </p:cNvPr>
            <p:cNvSpPr/>
            <p:nvPr/>
          </p:nvSpPr>
          <p:spPr>
            <a:xfrm>
              <a:off x="407406" y="1790323"/>
              <a:ext cx="3702867" cy="1638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F9B9A7-FB8B-926F-C012-D90DE6FCB4C1}"/>
                </a:ext>
              </a:extLst>
            </p:cNvPr>
            <p:cNvSpPr/>
            <p:nvPr/>
          </p:nvSpPr>
          <p:spPr>
            <a:xfrm>
              <a:off x="407405" y="1790322"/>
              <a:ext cx="126750" cy="163867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DDE08D-5CA5-8D8F-05B1-2C0D6B6BF541}"/>
              </a:ext>
            </a:extLst>
          </p:cNvPr>
          <p:cNvGrpSpPr/>
          <p:nvPr/>
        </p:nvGrpSpPr>
        <p:grpSpPr>
          <a:xfrm>
            <a:off x="5033726" y="3900644"/>
            <a:ext cx="3702868" cy="1638678"/>
            <a:chOff x="407405" y="1790322"/>
            <a:chExt cx="3702868" cy="163867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072EEB-A9B4-5B1C-6110-B0221D8CFAF6}"/>
                </a:ext>
              </a:extLst>
            </p:cNvPr>
            <p:cNvSpPr/>
            <p:nvPr/>
          </p:nvSpPr>
          <p:spPr>
            <a:xfrm>
              <a:off x="407406" y="1790323"/>
              <a:ext cx="3702867" cy="1638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6C34B57-1CA8-7739-B81F-D44230984422}"/>
                </a:ext>
              </a:extLst>
            </p:cNvPr>
            <p:cNvSpPr/>
            <p:nvPr/>
          </p:nvSpPr>
          <p:spPr>
            <a:xfrm>
              <a:off x="407405" y="1790322"/>
              <a:ext cx="126750" cy="1638677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A89B8D-5CE3-8163-85F9-118D3E2A2699}"/>
              </a:ext>
            </a:extLst>
          </p:cNvPr>
          <p:cNvGrpSpPr/>
          <p:nvPr/>
        </p:nvGrpSpPr>
        <p:grpSpPr>
          <a:xfrm>
            <a:off x="407405" y="3900644"/>
            <a:ext cx="3702868" cy="1638678"/>
            <a:chOff x="407405" y="1790322"/>
            <a:chExt cx="3702868" cy="163867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5529609-0697-E7E0-FDE9-CC945ED75925}"/>
                </a:ext>
              </a:extLst>
            </p:cNvPr>
            <p:cNvSpPr/>
            <p:nvPr/>
          </p:nvSpPr>
          <p:spPr>
            <a:xfrm>
              <a:off x="407406" y="1790323"/>
              <a:ext cx="3702867" cy="1638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31CB3A9-9E1D-EFA7-12A8-63B54AFC98DA}"/>
                </a:ext>
              </a:extLst>
            </p:cNvPr>
            <p:cNvSpPr/>
            <p:nvPr/>
          </p:nvSpPr>
          <p:spPr>
            <a:xfrm>
              <a:off x="407405" y="1790322"/>
              <a:ext cx="126750" cy="163867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ED870F3-78AF-2BCC-B4B7-6915C9CD47F7}"/>
              </a:ext>
            </a:extLst>
          </p:cNvPr>
          <p:cNvSpPr txBox="1"/>
          <p:nvPr/>
        </p:nvSpPr>
        <p:spPr>
          <a:xfrm>
            <a:off x="5160476" y="1875904"/>
            <a:ext cx="3343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>
                <a:solidFill>
                  <a:schemeClr val="tx2">
                    <a:lumMod val="75000"/>
                  </a:schemeClr>
                </a:solidFill>
                <a:latin typeface="Inter"/>
              </a:rPr>
              <a:t>2</a:t>
            </a:r>
            <a:r>
              <a:rPr lang="it-IT" sz="1400" b="1" i="0">
                <a:solidFill>
                  <a:schemeClr val="tx2">
                    <a:lumMod val="75000"/>
                  </a:schemeClr>
                </a:solidFill>
                <a:effectLst/>
                <a:latin typeface="Inter"/>
              </a:rPr>
              <a:t>. SYS-ARCHITECTURE &amp; CONSISTENCY</a:t>
            </a:r>
            <a:endParaRPr lang="it-IT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12D58F-1AC0-6137-10F5-E22FDAD4DC9B}"/>
              </a:ext>
            </a:extLst>
          </p:cNvPr>
          <p:cNvSpPr txBox="1"/>
          <p:nvPr/>
        </p:nvSpPr>
        <p:spPr>
          <a:xfrm>
            <a:off x="534155" y="3995495"/>
            <a:ext cx="2987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0">
                <a:solidFill>
                  <a:schemeClr val="tx2">
                    <a:lumMod val="75000"/>
                  </a:schemeClr>
                </a:solidFill>
                <a:effectLst/>
                <a:latin typeface="Inter"/>
              </a:rPr>
              <a:t>3. INFRASTRUCTURE &amp; PERFOMANCE</a:t>
            </a:r>
            <a:endParaRPr lang="it-IT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030268-291F-1427-8DE5-091D79964501}"/>
              </a:ext>
            </a:extLst>
          </p:cNvPr>
          <p:cNvSpPr txBox="1"/>
          <p:nvPr/>
        </p:nvSpPr>
        <p:spPr>
          <a:xfrm>
            <a:off x="5160476" y="3982123"/>
            <a:ext cx="2987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>
                <a:solidFill>
                  <a:schemeClr val="tx2">
                    <a:lumMod val="75000"/>
                  </a:schemeClr>
                </a:solidFill>
                <a:latin typeface="Inter"/>
              </a:rPr>
              <a:t>4</a:t>
            </a:r>
            <a:r>
              <a:rPr lang="it-IT" sz="1400" b="1" i="0">
                <a:solidFill>
                  <a:schemeClr val="tx2">
                    <a:lumMod val="75000"/>
                  </a:schemeClr>
                </a:solidFill>
                <a:effectLst/>
                <a:latin typeface="Inter"/>
              </a:rPr>
              <a:t>. QUALITY ASSURANCE</a:t>
            </a:r>
            <a:endParaRPr lang="it-IT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2B54FD-5E23-CC0B-D84A-F964FBA4A3D6}"/>
              </a:ext>
            </a:extLst>
          </p:cNvPr>
          <p:cNvSpPr txBox="1"/>
          <p:nvPr/>
        </p:nvSpPr>
        <p:spPr>
          <a:xfrm>
            <a:off x="5160476" y="4288457"/>
            <a:ext cx="35761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333333"/>
                </a:solidFill>
              </a:rPr>
              <a:t>Robustness:</a:t>
            </a:r>
            <a:r>
              <a:rPr lang="en-US" sz="1400">
                <a:solidFill>
                  <a:srgbClr val="333333"/>
                </a:solidFill>
              </a:rPr>
              <a:t> Code Coverage must be at least </a:t>
            </a:r>
            <a:r>
              <a:rPr lang="en-US" sz="1400" b="1">
                <a:solidFill>
                  <a:srgbClr val="0088CC"/>
                </a:solidFill>
              </a:rPr>
              <a:t>&gt;90%</a:t>
            </a:r>
            <a:r>
              <a:rPr lang="en-US" sz="1400">
                <a:solidFill>
                  <a:srgbClr val="333333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333333"/>
                </a:solidFill>
              </a:rPr>
              <a:t>Reliability:</a:t>
            </a:r>
            <a:r>
              <a:rPr lang="en-US" sz="1400">
                <a:solidFill>
                  <a:srgbClr val="333333"/>
                </a:solidFill>
              </a:rPr>
              <a:t> CI pipeline integration should prevent regression in builds.</a:t>
            </a:r>
          </a:p>
        </p:txBody>
      </p:sp>
      <p:pic>
        <p:nvPicPr>
          <p:cNvPr id="34" name="Graphic 33" descr="Single gear outline">
            <a:extLst>
              <a:ext uri="{FF2B5EF4-FFF2-40B4-BE49-F238E27FC236}">
                <a16:creationId xmlns:a16="http://schemas.microsoft.com/office/drawing/2014/main" id="{A2EAEE56-7D6C-3D79-46D8-BFD9C621D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7672" y="3859925"/>
            <a:ext cx="512900" cy="512900"/>
          </a:xfrm>
          <a:prstGeom prst="rect">
            <a:avLst/>
          </a:prstGeom>
        </p:spPr>
      </p:pic>
      <p:pic>
        <p:nvPicPr>
          <p:cNvPr id="1026" name="Picture 2" descr="Docker mark logo in vector formats EPS, SVG - Brandlogos.net">
            <a:extLst>
              <a:ext uri="{FF2B5EF4-FFF2-40B4-BE49-F238E27FC236}">
                <a16:creationId xmlns:a16="http://schemas.microsoft.com/office/drawing/2014/main" id="{3E5865C5-9174-D52E-D1D7-A2B149ACB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242" y="3989473"/>
            <a:ext cx="404836" cy="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phic 15" descr="Key outline">
            <a:extLst>
              <a:ext uri="{FF2B5EF4-FFF2-40B4-BE49-F238E27FC236}">
                <a16:creationId xmlns:a16="http://schemas.microsoft.com/office/drawing/2014/main" id="{485BD467-3920-D31B-88E0-E48A8E51C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2804" y="1704363"/>
            <a:ext cx="650857" cy="65085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96A262A-B076-0A19-F3D7-73FA7EE2A0CD}"/>
              </a:ext>
            </a:extLst>
          </p:cNvPr>
          <p:cNvSpPr txBox="1"/>
          <p:nvPr/>
        </p:nvSpPr>
        <p:spPr>
          <a:xfrm>
            <a:off x="534155" y="4274966"/>
            <a:ext cx="357611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rgbClr val="333333"/>
                </a:solidFill>
              </a:rPr>
              <a:t>Platform Agnostic:</a:t>
            </a:r>
            <a:r>
              <a:rPr lang="en-US" sz="1300">
                <a:solidFill>
                  <a:srgbClr val="333333"/>
                </a:solidFill>
              </a:rPr>
              <a:t> Fully containerized deployment using </a:t>
            </a:r>
            <a:r>
              <a:rPr lang="en-US" sz="1300" b="1">
                <a:solidFill>
                  <a:srgbClr val="0088CC"/>
                </a:solidFill>
              </a:rPr>
              <a:t>Docker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rgbClr val="333333"/>
                </a:solidFill>
              </a:rPr>
              <a:t>Interoperability:</a:t>
            </a:r>
            <a:r>
              <a:rPr lang="en-US" sz="1300">
                <a:solidFill>
                  <a:srgbClr val="333333"/>
                </a:solidFill>
              </a:rPr>
              <a:t> RESTful API exposing data in </a:t>
            </a:r>
            <a:r>
              <a:rPr lang="en-US" sz="1300" b="1">
                <a:solidFill>
                  <a:srgbClr val="0088CC"/>
                </a:solidFill>
              </a:rPr>
              <a:t>JSON</a:t>
            </a:r>
            <a:r>
              <a:rPr lang="en-US" sz="1300">
                <a:solidFill>
                  <a:srgbClr val="333333"/>
                </a:solidFill>
              </a:rPr>
              <a:t> format.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rgbClr val="333333"/>
                </a:solidFill>
              </a:rPr>
              <a:t>Optimization:</a:t>
            </a:r>
            <a:r>
              <a:rPr lang="en-US" sz="1300">
                <a:solidFill>
                  <a:srgbClr val="333333"/>
                </a:solidFill>
              </a:rPr>
              <a:t> Strategic</a:t>
            </a:r>
            <a:r>
              <a:rPr lang="en-US" sz="1300" b="1">
                <a:solidFill>
                  <a:srgbClr val="0088CC"/>
                </a:solidFill>
              </a:rPr>
              <a:t> Indexing</a:t>
            </a:r>
            <a:r>
              <a:rPr lang="en-US" sz="1300" b="1">
                <a:solidFill>
                  <a:srgbClr val="333333"/>
                </a:solidFill>
              </a:rPr>
              <a:t> </a:t>
            </a:r>
            <a:r>
              <a:rPr lang="en-US" sz="1300">
                <a:solidFill>
                  <a:srgbClr val="333333"/>
                </a:solidFill>
              </a:rPr>
              <a:t>on MongoDB and Neo4j to handle large-scale dataset queries</a:t>
            </a:r>
            <a:endParaRPr lang="en-US" sz="1300" b="1">
              <a:solidFill>
                <a:srgbClr val="0088CC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9BFC8E-B05F-EEEB-7997-A195C58E35F1}"/>
              </a:ext>
            </a:extLst>
          </p:cNvPr>
          <p:cNvSpPr txBox="1"/>
          <p:nvPr/>
        </p:nvSpPr>
        <p:spPr>
          <a:xfrm>
            <a:off x="5160476" y="2167697"/>
            <a:ext cx="35761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333333"/>
                </a:solidFill>
              </a:rPr>
              <a:t>Design pattern:</a:t>
            </a:r>
            <a:r>
              <a:rPr lang="en-US" sz="1400">
                <a:solidFill>
                  <a:srgbClr val="333333"/>
                </a:solidFill>
              </a:rPr>
              <a:t> Strict </a:t>
            </a:r>
            <a:r>
              <a:rPr lang="en-US" sz="1400" b="1">
                <a:solidFill>
                  <a:srgbClr val="0088CC"/>
                </a:solidFill>
              </a:rPr>
              <a:t>Layered Architecture </a:t>
            </a:r>
            <a:r>
              <a:rPr lang="en-US" sz="1400">
                <a:solidFill>
                  <a:srgbClr val="333333"/>
                </a:solidFill>
              </a:rPr>
              <a:t>which must be (MVC + DAO + DTO) ensuring SoC.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333333"/>
                </a:solidFill>
              </a:rPr>
              <a:t>CAP Theorem Strategy:</a:t>
            </a:r>
            <a:r>
              <a:rPr lang="en-US" sz="1400">
                <a:solidFill>
                  <a:srgbClr val="333333"/>
                </a:solidFill>
              </a:rPr>
              <a:t> System must be designed as </a:t>
            </a:r>
            <a:r>
              <a:rPr lang="en-US" sz="1400" b="1">
                <a:solidFill>
                  <a:srgbClr val="0088CC"/>
                </a:solidFill>
              </a:rPr>
              <a:t>CP</a:t>
            </a:r>
            <a:r>
              <a:rPr lang="en-US" sz="1400">
                <a:solidFill>
                  <a:srgbClr val="333333"/>
                </a:solidFill>
              </a:rPr>
              <a:t> to ensure data integrity.</a:t>
            </a:r>
          </a:p>
        </p:txBody>
      </p:sp>
      <p:pic>
        <p:nvPicPr>
          <p:cNvPr id="38" name="Graphic 37" descr="Server outline">
            <a:extLst>
              <a:ext uri="{FF2B5EF4-FFF2-40B4-BE49-F238E27FC236}">
                <a16:creationId xmlns:a16="http://schemas.microsoft.com/office/drawing/2014/main" id="{E851A691-47E0-336B-F686-175F26BD13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2214" y="1804225"/>
            <a:ext cx="482550" cy="48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66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4A44-FA44-C04C-4C89-37721856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C9CC68-5DA6-F7A3-BE9F-F6D511295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1" y="0"/>
            <a:ext cx="8761797" cy="1143000"/>
          </a:xfrm>
        </p:spPr>
        <p:txBody>
          <a:bodyPr>
            <a:normAutofit/>
          </a:bodyPr>
          <a:lstStyle/>
          <a:p>
            <a:r>
              <a:rPr lang="en-US"/>
              <a:t>Document DB Design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745BACE1-E73D-07C8-F469-493909E4D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931249"/>
              </p:ext>
            </p:extLst>
          </p:nvPr>
        </p:nvGraphicFramePr>
        <p:xfrm>
          <a:off x="579353" y="836509"/>
          <a:ext cx="7671514" cy="528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757">
                  <a:extLst>
                    <a:ext uri="{9D8B030D-6E8A-4147-A177-3AD203B41FA5}">
                      <a16:colId xmlns:a16="http://schemas.microsoft.com/office/drawing/2014/main" val="3923651361"/>
                    </a:ext>
                  </a:extLst>
                </a:gridCol>
                <a:gridCol w="3835757">
                  <a:extLst>
                    <a:ext uri="{9D8B030D-6E8A-4147-A177-3AD203B41FA5}">
                      <a16:colId xmlns:a16="http://schemas.microsoft.com/office/drawing/2014/main" val="3084972225"/>
                    </a:ext>
                  </a:extLst>
                </a:gridCol>
              </a:tblGrid>
              <a:tr h="257461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>
                          <a:solidFill>
                            <a:srgbClr val="00B050"/>
                          </a:solidFill>
                        </a:rPr>
                        <a:t>Papers</a:t>
                      </a:r>
                      <a:endParaRPr lang="it-IT" sz="1800" b="1" i="0">
                        <a:solidFill>
                          <a:srgbClr val="00B050"/>
                        </a:solidFill>
                        <a:latin typeface="+mn-lt"/>
                        <a:ea typeface="Roboto Mono" panose="00000009000000000000" pitchFamily="49" charset="0"/>
                      </a:endParaRPr>
                    </a:p>
                    <a:p>
                      <a:r>
                        <a:rPr lang="it-IT" sz="14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_id: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'P000001',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title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Accelerating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 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Ecological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 ...',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year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2021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dblp_key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conf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/…'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doi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'10.1609/aaai.v35i17.17728',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abstract: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'The rise of 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neural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 ...'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 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fields_of_study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[ 'Computer Science' ]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authors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[ { id: 'A00001', name: ‘….’ }, … ]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venue: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[ 'AAAI' ]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>
                          <a:solidFill>
                            <a:srgbClr val="00B050"/>
                          </a:solidFill>
                        </a:rPr>
                        <a:t>Authors</a:t>
                      </a:r>
                      <a:endParaRPr lang="en-US" sz="1800" b="1" i="0">
                        <a:solidFill>
                          <a:srgbClr val="00B050"/>
                        </a:solidFill>
                        <a:latin typeface="+mn-lt"/>
                        <a:ea typeface="Roboto Mono" panose="00000009000000000000" pitchFamily="49" charset="0"/>
                      </a:endParaRP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_id: </a:t>
                      </a:r>
                      <a:r>
                        <a:rPr lang="en-US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'A00003'</a:t>
                      </a:r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name: </a:t>
                      </a:r>
                      <a:r>
                        <a:rPr lang="en-US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'Qinru Shi'</a:t>
                      </a:r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s2_author_id: </a:t>
                      </a:r>
                      <a:r>
                        <a:rPr lang="en-US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'39986387'</a:t>
                      </a:r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total_publications: </a:t>
                      </a:r>
                      <a:r>
                        <a:rPr lang="en-US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4</a:t>
                      </a:r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publications_summary:  [{</a:t>
                      </a: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    paper_id: </a:t>
                      </a:r>
                      <a:r>
                        <a:rPr lang="en-US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'P000001'</a:t>
                      </a:r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    year: </a:t>
                      </a:r>
                      <a:r>
                        <a:rPr lang="en-US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2021</a:t>
                      </a:r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    title: </a:t>
                      </a:r>
                      <a:r>
                        <a:rPr lang="en-US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'Accelerating Ecological ...'</a:t>
                      </a:r>
                    </a:p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  }]</a:t>
                      </a:r>
                    </a:p>
                    <a:p>
                      <a:endParaRPr lang="en-US" sz="1400" b="1" i="0">
                        <a:solidFill>
                          <a:schemeClr val="tx1"/>
                        </a:solidFill>
                        <a:latin typeface="+mn-lt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1770"/>
                  </a:ext>
                </a:extLst>
              </a:tr>
              <a:tr h="25995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err="1">
                          <a:solidFill>
                            <a:srgbClr val="00B050"/>
                          </a:solidFill>
                        </a:rPr>
                        <a:t>Registered</a:t>
                      </a:r>
                      <a:r>
                        <a:rPr lang="it-IT" sz="1800" b="1">
                          <a:solidFill>
                            <a:srgbClr val="00B050"/>
                          </a:solidFill>
                        </a:rPr>
                        <a:t> Users</a:t>
                      </a:r>
                      <a:endParaRPr lang="it-IT" sz="1800" b="1" i="0">
                        <a:solidFill>
                          <a:srgbClr val="00B050"/>
                        </a:solidFill>
                        <a:latin typeface="+mn-lt"/>
                        <a:ea typeface="Roboto Mono" panose="00000009000000000000" pitchFamily="49" charset="0"/>
                      </a:endParaRPr>
                    </a:p>
                    <a:p>
                      <a:r>
                        <a:rPr lang="it-IT" sz="14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_id: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'U000002',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username: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arthur_garrison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full_name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'Arthur Garrison',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email: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‘artur_garrison@mail.com'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password_hash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‘$2°S9HJ…',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created_at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ISODate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('2025-03-08T04…')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bookmarked_papers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[{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  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paper_id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'P000001'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  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title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Accelerating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 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Ecological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 ...'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  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saved_at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ISODate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('2026-…’)}]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>
                          <a:solidFill>
                            <a:srgbClr val="00B050"/>
                          </a:solidFill>
                        </a:rPr>
                        <a:t>Admins</a:t>
                      </a:r>
                      <a:endParaRPr lang="it-IT" sz="1800" b="1" i="0">
                        <a:solidFill>
                          <a:srgbClr val="00B050"/>
                        </a:solidFill>
                        <a:latin typeface="+mn-lt"/>
                        <a:ea typeface="Roboto Mono" panose="00000009000000000000" pitchFamily="49" charset="0"/>
                      </a:endParaRP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_id: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'AD05',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username: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melinda_cook_admin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email: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'scelerisque@outlook.org',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password_hash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'$2b$0…',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created_at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 err="1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ISODate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('2025-03-25T18:5…'),</a:t>
                      </a:r>
                    </a:p>
                    <a:p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  </a:t>
                      </a:r>
                      <a:r>
                        <a:rPr lang="it-IT" sz="1500" b="1" i="0" err="1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permissions</a:t>
                      </a:r>
                      <a:r>
                        <a:rPr lang="it-IT" sz="1500" b="1" i="0">
                          <a:solidFill>
                            <a:schemeClr val="tx1"/>
                          </a:solidFill>
                          <a:latin typeface="+mn-lt"/>
                          <a:ea typeface="Roboto Mono" panose="00000009000000000000" pitchFamily="49" charset="0"/>
                        </a:rPr>
                        <a:t>: </a:t>
                      </a:r>
                      <a:r>
                        <a:rPr lang="it-IT" sz="1500" b="1" i="0">
                          <a:solidFill>
                            <a:srgbClr val="00B050"/>
                          </a:solidFill>
                          <a:latin typeface="+mn-lt"/>
                          <a:ea typeface="Roboto Mono" panose="00000009000000000000" pitchFamily="49" charset="0"/>
                        </a:rPr>
                        <a:t>[‘BAN USER']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383165"/>
                  </a:ext>
                </a:extLst>
              </a:tr>
            </a:tbl>
          </a:graphicData>
        </a:graphic>
      </p:graphicFrame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C6DF1437-482D-BF8E-DC23-9D0C1DC8E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7190" y="0"/>
            <a:ext cx="946723" cy="8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32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DC152-FEEB-E49C-4248-34ACA209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F6E81E-791C-CB56-8564-D6AED5DD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0" y="0"/>
            <a:ext cx="8761797" cy="1143000"/>
          </a:xfrm>
        </p:spPr>
        <p:txBody>
          <a:bodyPr>
            <a:normAutofit/>
          </a:bodyPr>
          <a:lstStyle/>
          <a:p>
            <a:r>
              <a:rPr lang="en-US"/>
              <a:t>Document DB Design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7653D02-DF4F-CDC6-13BF-CFFA58F4E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486136"/>
              </p:ext>
            </p:extLst>
          </p:nvPr>
        </p:nvGraphicFramePr>
        <p:xfrm>
          <a:off x="643268" y="1250921"/>
          <a:ext cx="7857462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731">
                  <a:extLst>
                    <a:ext uri="{9D8B030D-6E8A-4147-A177-3AD203B41FA5}">
                      <a16:colId xmlns:a16="http://schemas.microsoft.com/office/drawing/2014/main" val="3520688161"/>
                    </a:ext>
                  </a:extLst>
                </a:gridCol>
                <a:gridCol w="3928731">
                  <a:extLst>
                    <a:ext uri="{9D8B030D-6E8A-4147-A177-3AD203B41FA5}">
                      <a16:colId xmlns:a16="http://schemas.microsoft.com/office/drawing/2014/main" val="863457718"/>
                    </a:ext>
                  </a:extLst>
                </a:gridCol>
              </a:tblGrid>
              <a:tr h="4489104">
                <a:tc>
                  <a:txBody>
                    <a:bodyPr/>
                    <a:lstStyle/>
                    <a:p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db.papers.aggregate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unwind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venue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  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$group: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_id: {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venue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venue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paper_created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{$sum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$sort: {"_id.year":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paper_created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:-1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$project: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"_id"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"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venue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id.venue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"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id.year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"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paper_created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paper_created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}}})</a:t>
                      </a:r>
                    </a:p>
                    <a:p>
                      <a:endParaRPr lang="it-IT" sz="1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db.papers.aggregate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$project:{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num_authors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{$size: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authors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}},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$group: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_id:{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"}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avg_authors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:{$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num_authors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$sort: {"_id.year":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$project: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_id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id.year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avg_authors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avg_authors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}}})</a:t>
                      </a:r>
                      <a:endParaRPr lang="it-IT" sz="1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211934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EEAEF2AD-D5BB-95B8-2FCE-5430D9E46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49625"/>
              </p:ext>
            </p:extLst>
          </p:nvPr>
        </p:nvGraphicFramePr>
        <p:xfrm>
          <a:off x="643268" y="914991"/>
          <a:ext cx="77112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632">
                  <a:extLst>
                    <a:ext uri="{9D8B030D-6E8A-4147-A177-3AD203B41FA5}">
                      <a16:colId xmlns:a16="http://schemas.microsoft.com/office/drawing/2014/main" val="2532304691"/>
                    </a:ext>
                  </a:extLst>
                </a:gridCol>
                <a:gridCol w="3855632">
                  <a:extLst>
                    <a:ext uri="{9D8B030D-6E8A-4147-A177-3AD203B41FA5}">
                      <a16:colId xmlns:a16="http://schemas.microsoft.com/office/drawing/2014/main" val="3849404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rgbClr val="00B050"/>
                          </a:solidFill>
                        </a:rPr>
                        <a:t>Venue Impact Analysis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rgbClr val="00B050"/>
                          </a:solidFill>
                        </a:rPr>
                        <a:t>Collaboration Evolution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117300"/>
                  </a:ext>
                </a:extLst>
              </a:tr>
            </a:tbl>
          </a:graphicData>
        </a:graphic>
      </p:graphicFrame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57B87A16-FCF3-142C-8D20-679230432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7190" y="0"/>
            <a:ext cx="946723" cy="8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771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CDA1A-511A-A003-F867-B848DDFA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6E8BA1-9B47-0214-BB92-C9C1609A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1" y="0"/>
            <a:ext cx="8761797" cy="1143000"/>
          </a:xfrm>
        </p:spPr>
        <p:txBody>
          <a:bodyPr>
            <a:normAutofit/>
          </a:bodyPr>
          <a:lstStyle/>
          <a:p>
            <a:r>
              <a:rPr lang="en-US"/>
              <a:t>Document DB Design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1A4ADF8-DB88-1A6E-1931-39D3C28AE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10813"/>
              </p:ext>
            </p:extLst>
          </p:nvPr>
        </p:nvGraphicFramePr>
        <p:xfrm>
          <a:off x="643269" y="1408814"/>
          <a:ext cx="8213652" cy="463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6826">
                  <a:extLst>
                    <a:ext uri="{9D8B030D-6E8A-4147-A177-3AD203B41FA5}">
                      <a16:colId xmlns:a16="http://schemas.microsoft.com/office/drawing/2014/main" val="3520688161"/>
                    </a:ext>
                  </a:extLst>
                </a:gridCol>
                <a:gridCol w="4106826">
                  <a:extLst>
                    <a:ext uri="{9D8B030D-6E8A-4147-A177-3AD203B41FA5}">
                      <a16:colId xmlns:a16="http://schemas.microsoft.com/office/drawing/2014/main" val="863457718"/>
                    </a:ext>
                  </a:extLst>
                </a:gridCol>
              </a:tblGrid>
              <a:tr h="4630479">
                <a:tc>
                  <a:txBody>
                    <a:bodyPr/>
                    <a:lstStyle/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db.papers.aggregate([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$unwind: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"$fields_of_study"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$group:{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_id: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field_of_study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:"$fields_of_study",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year: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"$year"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paper_created: {$sum: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{$sort: {"_id.year":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"paper_created":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{$project :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       _id:0,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      field_of_study: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"$_id.field_of_study"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      year: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"$_id.year"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      paper_created: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"$paper_created"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}}])</a:t>
                      </a:r>
                      <a:endParaRPr lang="it-IT" sz="1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db.authors.aggregate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 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unwind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publications_summary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{$group: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_id: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_id: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"$_id"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name: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"$name"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paper_created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{$sum: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{$match:{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paper_created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{$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gt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}},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{$group:{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_id: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id._id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name: {$first: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"$_id.name"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}},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 $project :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_id: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authorId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"$_id",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authorName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"$name"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}}))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211934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D639617-162E-2C00-06D6-E3A7A537A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857411"/>
              </p:ext>
            </p:extLst>
          </p:nvPr>
        </p:nvGraphicFramePr>
        <p:xfrm>
          <a:off x="643269" y="1023325"/>
          <a:ext cx="772455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2279">
                  <a:extLst>
                    <a:ext uri="{9D8B030D-6E8A-4147-A177-3AD203B41FA5}">
                      <a16:colId xmlns:a16="http://schemas.microsoft.com/office/drawing/2014/main" val="2532304691"/>
                    </a:ext>
                  </a:extLst>
                </a:gridCol>
                <a:gridCol w="3862279">
                  <a:extLst>
                    <a:ext uri="{9D8B030D-6E8A-4147-A177-3AD203B41FA5}">
                      <a16:colId xmlns:a16="http://schemas.microsoft.com/office/drawing/2014/main" val="3849404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rgbClr val="00B050"/>
                          </a:solidFill>
                        </a:rPr>
                        <a:t>Trend Analysis Hot Topics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rgbClr val="00B050"/>
                          </a:solidFill>
                        </a:rPr>
                        <a:t>Prolific Author Identification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117300"/>
                  </a:ext>
                </a:extLst>
              </a:tr>
            </a:tbl>
          </a:graphicData>
        </a:graphic>
      </p:graphicFrame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C058FCA6-43A3-8796-78A2-AD4AAE46C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357" y="-3119"/>
            <a:ext cx="946723" cy="8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59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B8A70-552D-7268-35F0-F8551F6E4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A57EF3-A402-392E-81DB-A32163BC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1" y="0"/>
            <a:ext cx="8761797" cy="1143000"/>
          </a:xfrm>
        </p:spPr>
        <p:txBody>
          <a:bodyPr>
            <a:normAutofit/>
          </a:bodyPr>
          <a:lstStyle/>
          <a:p>
            <a:r>
              <a:rPr lang="en-US"/>
              <a:t>Document DB Design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E5B978B8-DA25-7926-AC20-3DF1974C7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82211"/>
              </p:ext>
            </p:extLst>
          </p:nvPr>
        </p:nvGraphicFramePr>
        <p:xfrm>
          <a:off x="936991" y="1143000"/>
          <a:ext cx="7270013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0013">
                  <a:extLst>
                    <a:ext uri="{9D8B030D-6E8A-4147-A177-3AD203B41FA5}">
                      <a16:colId xmlns:a16="http://schemas.microsoft.com/office/drawing/2014/main" val="3520688161"/>
                    </a:ext>
                  </a:extLst>
                </a:gridCol>
              </a:tblGrid>
              <a:tr h="4684822">
                <a:tc>
                  <a:txBody>
                    <a:bodyPr/>
                    <a:lstStyle/>
                    <a:p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db.registeredUsers.aggregate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{$project :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_id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bookmarked_paper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bookmarked_papers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unwind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bookmarked_paper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},    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{$match: {$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{$and: [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                                     { 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[ { 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bookmarked_paper.saved_at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},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YYYY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] 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                                     { 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[ { 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bookmarked_paper.saved_at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},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]}]}}},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{$group :{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_id:{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paper_id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bookmarked_paper.paper_id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bookmarked_paper.title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},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bookmarked_received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{$sum: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}}} 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{$project : {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_id : 0,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paper_id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id.paper_id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"$_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id.title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bookmarked_received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"$</a:t>
                      </a:r>
                      <a:r>
                        <a:rPr lang="it-IT" sz="1400" b="1" kern="120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bookmarked_received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{$sort :{"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bookmarked_received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}},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{$</a:t>
                      </a:r>
                      <a:r>
                        <a:rPr lang="it-I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400" b="1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    </a:t>
                      </a:r>
                    </a:p>
                    <a:p>
                      <a:r>
                        <a:rPr lang="it-I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])</a:t>
                      </a:r>
                    </a:p>
                    <a:p>
                      <a:endParaRPr lang="it-IT" sz="140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211934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263260C2-C512-B61C-A1B5-2471EA7D9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119942"/>
              </p:ext>
            </p:extLst>
          </p:nvPr>
        </p:nvGraphicFramePr>
        <p:xfrm>
          <a:off x="936991" y="847801"/>
          <a:ext cx="378253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2534">
                  <a:extLst>
                    <a:ext uri="{9D8B030D-6E8A-4147-A177-3AD203B41FA5}">
                      <a16:colId xmlns:a16="http://schemas.microsoft.com/office/drawing/2014/main" val="253230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rgbClr val="00B050"/>
                          </a:solidFill>
                        </a:rPr>
                        <a:t>Paper </a:t>
                      </a:r>
                      <a:r>
                        <a:rPr lang="it-IT" err="1">
                          <a:solidFill>
                            <a:srgbClr val="00B050"/>
                          </a:solidFill>
                        </a:rPr>
                        <a:t>Leaderboard</a:t>
                      </a:r>
                      <a:endParaRPr lang="it-IT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117300"/>
                  </a:ext>
                </a:extLst>
              </a:tr>
            </a:tbl>
          </a:graphicData>
        </a:graphic>
      </p:graphicFrame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3036CFE2-3B47-B7F8-46A6-ED47CFE7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7190" y="0"/>
            <a:ext cx="946723" cy="8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61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4F21-19BE-4800-DC3B-42C66FED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328067-BE4C-B4E4-1AB5-34FC11A0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1" y="90093"/>
            <a:ext cx="8761797" cy="1143000"/>
          </a:xfrm>
        </p:spPr>
        <p:txBody>
          <a:bodyPr>
            <a:normAutofit/>
          </a:bodyPr>
          <a:lstStyle/>
          <a:p>
            <a:r>
              <a:rPr lang="en-US"/>
              <a:t>MongoDB Replica Set Configuration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F498E1-7B26-D625-6B92-06EA6E71FA76}"/>
              </a:ext>
            </a:extLst>
          </p:cNvPr>
          <p:cNvSpPr txBox="1"/>
          <p:nvPr/>
        </p:nvSpPr>
        <p:spPr>
          <a:xfrm>
            <a:off x="613271" y="1469572"/>
            <a:ext cx="74948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We set this 2 parameters in MongoDB:</a:t>
            </a: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readPreference</a:t>
            </a:r>
            <a:r>
              <a:rPr lang="it-IT"/>
              <a:t>=</a:t>
            </a:r>
            <a:r>
              <a:rPr lang="it-IT" err="1">
                <a:solidFill>
                  <a:srgbClr val="00B050"/>
                </a:solidFill>
              </a:rPr>
              <a:t>primary</a:t>
            </a:r>
            <a:endParaRPr lang="it-IT">
              <a:solidFill>
                <a:srgbClr val="00B050"/>
              </a:solidFill>
            </a:endParaRPr>
          </a:p>
          <a:p>
            <a:r>
              <a:rPr lang="it-IT"/>
              <a:t>	</a:t>
            </a:r>
            <a:r>
              <a:rPr lang="en-US"/>
              <a:t>This ensures that read operations are performed exclusively on the  	Primary server. Consequently, users are guaranteed to see only the latest 	version of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w=</a:t>
            </a:r>
            <a:r>
              <a:rPr lang="it-IT" err="1">
                <a:solidFill>
                  <a:srgbClr val="00B050"/>
                </a:solidFill>
              </a:rPr>
              <a:t>majority</a:t>
            </a:r>
            <a:endParaRPr lang="it-IT">
              <a:solidFill>
                <a:srgbClr val="00B050"/>
              </a:solidFill>
            </a:endParaRPr>
          </a:p>
          <a:p>
            <a:r>
              <a:rPr lang="it-IT"/>
              <a:t>	</a:t>
            </a:r>
            <a:r>
              <a:rPr lang="en-US"/>
              <a:t>This implies that MongoDB acknowledges a write operation only after the 	data has been replicated to many of the servers.</a:t>
            </a:r>
          </a:p>
          <a:p>
            <a:endParaRPr lang="en-US"/>
          </a:p>
          <a:p>
            <a:r>
              <a:rPr lang="en-US"/>
              <a:t>If a network partition occurs, the following sequence takes place: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The isolated Primary steps down because it can no longer communicate with much of the set.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The remaining nodes must hold an election to select a new Primary. During this election phase, both read and write operations are blocked.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5BACA08A-ACB2-7829-A7AB-7F33293C8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9041" y="0"/>
            <a:ext cx="946723" cy="8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28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DE8C-8CB6-AAFD-4D60-03A6A3F8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2CCC9-4A69-435F-A3A2-8A9DA1CC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MongoDB Indexes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A0B4AC3-D77B-3E33-5A93-1541813118F0}"/>
              </a:ext>
            </a:extLst>
          </p:cNvPr>
          <p:cNvSpPr txBox="1"/>
          <p:nvPr/>
        </p:nvSpPr>
        <p:spPr>
          <a:xfrm>
            <a:off x="538843" y="1135870"/>
            <a:ext cx="7494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Index Creation:</a:t>
            </a:r>
          </a:p>
          <a:p>
            <a:r>
              <a:rPr lang="en-US"/>
              <a:t>This index implements a Full-Text Search strategy. This allows users to find papers by querying keywords that may appear in either the title or the abstract, with results ranked by relevance.</a:t>
            </a:r>
            <a:endParaRPr lang="en-US" i="1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BDA7AC0-AEA4-7857-3613-74671D8A3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066390"/>
              </p:ext>
            </p:extLst>
          </p:nvPr>
        </p:nvGraphicFramePr>
        <p:xfrm>
          <a:off x="538843" y="2342514"/>
          <a:ext cx="4554152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54152">
                  <a:extLst>
                    <a:ext uri="{9D8B030D-6E8A-4147-A177-3AD203B41FA5}">
                      <a16:colId xmlns:a16="http://schemas.microsoft.com/office/drawing/2014/main" val="131714637"/>
                    </a:ext>
                  </a:extLst>
                </a:gridCol>
              </a:tblGrid>
              <a:tr h="1684013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db.papers.createIndex(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{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title: </a:t>
                      </a:r>
                      <a:r>
                        <a:rPr lang="en-US" b="1">
                          <a:solidFill>
                            <a:srgbClr val="00B050"/>
                          </a:solidFill>
                        </a:rPr>
                        <a:t>"text",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abstract: </a:t>
                      </a:r>
                      <a:r>
                        <a:rPr lang="en-US" b="1">
                          <a:solidFill>
                            <a:srgbClr val="00B050"/>
                          </a:solidFill>
                        </a:rPr>
                        <a:t>"text"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},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{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weights: {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  title: </a:t>
                      </a:r>
                      <a:r>
                        <a:rPr lang="en-US" b="1">
                          <a:solidFill>
                            <a:srgbClr val="00B050"/>
                          </a:solidFill>
                        </a:rPr>
                        <a:t>10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  abstract: </a:t>
                      </a:r>
                      <a:r>
                        <a:rPr lang="en-US" b="1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},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name: </a:t>
                      </a:r>
                      <a:r>
                        <a:rPr lang="en-US" b="1">
                          <a:solidFill>
                            <a:srgbClr val="00B050"/>
                          </a:solidFill>
                        </a:rPr>
                        <a:t>"textPaperIndex"  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}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)</a:t>
                      </a:r>
                      <a:endParaRPr lang="it-IT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91383"/>
                  </a:ext>
                </a:extLst>
              </a:tr>
            </a:tbl>
          </a:graphicData>
        </a:graphic>
      </p:graphicFrame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C9517ECB-6822-0446-ED46-5BF0E4212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7190" y="0"/>
            <a:ext cx="946723" cy="8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36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2BB-98FC-2E3E-D5B2-2C34F541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BEFD0B-9485-288B-9CFA-5A56B03A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MongoDB Indexes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329094-31AC-1B6B-FA34-3427381F9940}"/>
              </a:ext>
            </a:extLst>
          </p:cNvPr>
          <p:cNvSpPr txBox="1"/>
          <p:nvPr/>
        </p:nvSpPr>
        <p:spPr>
          <a:xfrm>
            <a:off x="538843" y="1135870"/>
            <a:ext cx="749481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Index Creation:</a:t>
            </a:r>
          </a:p>
          <a:p>
            <a:endParaRPr lang="en-US" i="1">
              <a:solidFill>
                <a:schemeClr val="accent6"/>
              </a:solidFill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706BE1B2-204F-248C-DE98-9D0923E9F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947362"/>
              </p:ext>
            </p:extLst>
          </p:nvPr>
        </p:nvGraphicFramePr>
        <p:xfrm>
          <a:off x="538843" y="1459035"/>
          <a:ext cx="7945938" cy="256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48646">
                  <a:extLst>
                    <a:ext uri="{9D8B030D-6E8A-4147-A177-3AD203B41FA5}">
                      <a16:colId xmlns:a16="http://schemas.microsoft.com/office/drawing/2014/main" val="131714637"/>
                    </a:ext>
                  </a:extLst>
                </a:gridCol>
                <a:gridCol w="2648646">
                  <a:extLst>
                    <a:ext uri="{9D8B030D-6E8A-4147-A177-3AD203B41FA5}">
                      <a16:colId xmlns:a16="http://schemas.microsoft.com/office/drawing/2014/main" val="1018654979"/>
                    </a:ext>
                  </a:extLst>
                </a:gridCol>
                <a:gridCol w="2648646">
                  <a:extLst>
                    <a:ext uri="{9D8B030D-6E8A-4147-A177-3AD203B41FA5}">
                      <a16:colId xmlns:a16="http://schemas.microsoft.com/office/drawing/2014/main" val="3164595655"/>
                    </a:ext>
                  </a:extLst>
                </a:gridCol>
              </a:tblGrid>
              <a:tr h="1684013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db.authors.createIndex(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{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name: </a:t>
                      </a:r>
                      <a:r>
                        <a:rPr lang="en-US" b="1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},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{               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name: </a:t>
                      </a:r>
                      <a:r>
                        <a:rPr lang="en-US" b="1">
                          <a:solidFill>
                            <a:srgbClr val="00B050"/>
                          </a:solidFill>
                        </a:rPr>
                        <a:t>"authorsIndex"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}</a:t>
                      </a:r>
                    </a:p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)</a:t>
                      </a:r>
                      <a:endParaRPr lang="it-IT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 i="0">
                          <a:solidFill>
                            <a:schemeClr val="tx1"/>
                          </a:solidFill>
                        </a:rPr>
                        <a:t>db.registeredUsers.createIndex(</a:t>
                      </a:r>
                    </a:p>
                    <a:p>
                      <a:r>
                        <a:rPr lang="it-IT" b="1" i="0">
                          <a:solidFill>
                            <a:schemeClr val="tx1"/>
                          </a:solidFill>
                        </a:rPr>
                        <a:t>  {</a:t>
                      </a:r>
                    </a:p>
                    <a:p>
                      <a:r>
                        <a:rPr lang="it-IT" b="1" i="0">
                          <a:solidFill>
                            <a:schemeClr val="tx1"/>
                          </a:solidFill>
                        </a:rPr>
                        <a:t>    full_name: </a:t>
                      </a:r>
                      <a:r>
                        <a:rPr lang="it-IT" b="1" i="0">
                          <a:solidFill>
                            <a:srgbClr val="00B050"/>
                          </a:solidFill>
                        </a:rPr>
                        <a:t>1 </a:t>
                      </a:r>
                    </a:p>
                    <a:p>
                      <a:r>
                        <a:rPr lang="it-IT" b="1" i="0">
                          <a:solidFill>
                            <a:schemeClr val="tx1"/>
                          </a:solidFill>
                        </a:rPr>
                        <a:t>  },</a:t>
                      </a:r>
                    </a:p>
                    <a:p>
                      <a:r>
                        <a:rPr lang="it-IT" b="1" i="0">
                          <a:solidFill>
                            <a:schemeClr val="tx1"/>
                          </a:solidFill>
                        </a:rPr>
                        <a:t>  {               </a:t>
                      </a:r>
                    </a:p>
                    <a:p>
                      <a:r>
                        <a:rPr lang="it-IT" b="1" i="0">
                          <a:solidFill>
                            <a:schemeClr val="tx1"/>
                          </a:solidFill>
                        </a:rPr>
                        <a:t>    name: </a:t>
                      </a:r>
                      <a:r>
                        <a:rPr lang="it-IT" b="1" i="0">
                          <a:solidFill>
                            <a:srgbClr val="00B050"/>
                          </a:solidFill>
                        </a:rPr>
                        <a:t>"usersIndex"</a:t>
                      </a:r>
                    </a:p>
                    <a:p>
                      <a:r>
                        <a:rPr lang="it-IT" b="1" i="0">
                          <a:solidFill>
                            <a:schemeClr val="tx1"/>
                          </a:solidFill>
                        </a:rPr>
                        <a:t>  }</a:t>
                      </a:r>
                    </a:p>
                    <a:p>
                      <a:r>
                        <a:rPr lang="it-IT" b="1" i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solidFill>
                            <a:schemeClr val="tx1"/>
                          </a:solidFill>
                        </a:rPr>
                        <a:t>db.admins.createIndex(</a:t>
                      </a:r>
                    </a:p>
                    <a:p>
                      <a:r>
                        <a:rPr lang="it-IT" b="1">
                          <a:solidFill>
                            <a:schemeClr val="tx1"/>
                          </a:solidFill>
                        </a:rPr>
                        <a:t>  {</a:t>
                      </a:r>
                    </a:p>
                    <a:p>
                      <a:r>
                        <a:rPr lang="it-IT" b="1">
                          <a:solidFill>
                            <a:schemeClr val="tx1"/>
                          </a:solidFill>
                        </a:rPr>
                        <a:t>    username: </a:t>
                      </a:r>
                      <a:r>
                        <a:rPr lang="it-IT" b="1">
                          <a:solidFill>
                            <a:srgbClr val="00B050"/>
                          </a:solidFill>
                        </a:rPr>
                        <a:t>1 </a:t>
                      </a:r>
                    </a:p>
                    <a:p>
                      <a:r>
                        <a:rPr lang="it-IT" b="1">
                          <a:solidFill>
                            <a:schemeClr val="tx1"/>
                          </a:solidFill>
                        </a:rPr>
                        <a:t>  },</a:t>
                      </a:r>
                    </a:p>
                    <a:p>
                      <a:r>
                        <a:rPr lang="it-IT" b="1">
                          <a:solidFill>
                            <a:schemeClr val="tx1"/>
                          </a:solidFill>
                        </a:rPr>
                        <a:t>  {               </a:t>
                      </a:r>
                    </a:p>
                    <a:p>
                      <a:r>
                        <a:rPr lang="it-IT" b="1">
                          <a:solidFill>
                            <a:schemeClr val="tx1"/>
                          </a:solidFill>
                        </a:rPr>
                        <a:t>    name: </a:t>
                      </a:r>
                      <a:r>
                        <a:rPr lang="it-IT" b="1">
                          <a:solidFill>
                            <a:srgbClr val="00B050"/>
                          </a:solidFill>
                        </a:rPr>
                        <a:t>"adminIndex"</a:t>
                      </a:r>
                    </a:p>
                    <a:p>
                      <a:r>
                        <a:rPr lang="it-IT" b="1">
                          <a:solidFill>
                            <a:schemeClr val="tx1"/>
                          </a:solidFill>
                        </a:rPr>
                        <a:t>  }</a:t>
                      </a:r>
                    </a:p>
                    <a:p>
                      <a:r>
                        <a:rPr lang="it-IT" b="1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9138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06E5799B-49A1-D2F5-07DF-BF93FD1FD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430623"/>
              </p:ext>
            </p:extLst>
          </p:nvPr>
        </p:nvGraphicFramePr>
        <p:xfrm>
          <a:off x="361505" y="4241706"/>
          <a:ext cx="8420990" cy="17526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84198">
                  <a:extLst>
                    <a:ext uri="{9D8B030D-6E8A-4147-A177-3AD203B41FA5}">
                      <a16:colId xmlns:a16="http://schemas.microsoft.com/office/drawing/2014/main" val="4180842902"/>
                    </a:ext>
                  </a:extLst>
                </a:gridCol>
                <a:gridCol w="1684198">
                  <a:extLst>
                    <a:ext uri="{9D8B030D-6E8A-4147-A177-3AD203B41FA5}">
                      <a16:colId xmlns:a16="http://schemas.microsoft.com/office/drawing/2014/main" val="116421632"/>
                    </a:ext>
                  </a:extLst>
                </a:gridCol>
                <a:gridCol w="1684198">
                  <a:extLst>
                    <a:ext uri="{9D8B030D-6E8A-4147-A177-3AD203B41FA5}">
                      <a16:colId xmlns:a16="http://schemas.microsoft.com/office/drawing/2014/main" val="3013761176"/>
                    </a:ext>
                  </a:extLst>
                </a:gridCol>
                <a:gridCol w="1684198">
                  <a:extLst>
                    <a:ext uri="{9D8B030D-6E8A-4147-A177-3AD203B41FA5}">
                      <a16:colId xmlns:a16="http://schemas.microsoft.com/office/drawing/2014/main" val="864347694"/>
                    </a:ext>
                  </a:extLst>
                </a:gridCol>
                <a:gridCol w="1684198">
                  <a:extLst>
                    <a:ext uri="{9D8B030D-6E8A-4147-A177-3AD203B41FA5}">
                      <a16:colId xmlns:a16="http://schemas.microsoft.com/office/drawing/2014/main" val="306926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Collection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Query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Docs </a:t>
                      </a:r>
                      <a:r>
                        <a:rPr lang="it-IT" err="1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Examined</a:t>
                      </a:r>
                      <a:endParaRPr lang="it-IT">
                        <a:ln>
                          <a:noFill/>
                        </a:ln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it-IT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(No Index)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Docs </a:t>
                      </a:r>
                      <a:r>
                        <a:rPr lang="it-IT" err="1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Examined</a:t>
                      </a:r>
                      <a:endParaRPr lang="it-IT">
                        <a:ln>
                          <a:noFill/>
                        </a:ln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it-IT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(Index)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err="1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Improvement</a:t>
                      </a:r>
                      <a:endParaRPr lang="it-IT">
                        <a:ln>
                          <a:noFill/>
                        </a:ln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824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Authors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Search w. Prefix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148,434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≃ 99,9%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627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RegisteredUser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Search w. Prefix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98,0%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67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Admin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Search w. Prefix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90,0%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78041"/>
                  </a:ext>
                </a:extLst>
              </a:tr>
            </a:tbl>
          </a:graphicData>
        </a:graphic>
      </p:graphicFrame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45FB65D8-48AB-575F-C0E0-093FB6BC1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7190" y="0"/>
            <a:ext cx="946723" cy="8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08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E18E-0526-1021-2273-43AD7842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437EB1-06A3-C20B-D85A-21752922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Discussion on MongoDB Data Sharding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4EEA9320-90BD-6E38-0473-165EDD4FA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6748" y="0"/>
            <a:ext cx="946723" cy="84780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27B4FDA-F341-DF63-BA1A-4829B62A4A80}"/>
              </a:ext>
            </a:extLst>
          </p:cNvPr>
          <p:cNvSpPr txBox="1"/>
          <p:nvPr/>
        </p:nvSpPr>
        <p:spPr>
          <a:xfrm>
            <a:off x="542260" y="1549164"/>
            <a:ext cx="78544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Primary Sharding Candidate: </a:t>
            </a:r>
            <a:r>
              <a:rPr lang="en-US">
                <a:solidFill>
                  <a:srgbClr val="00B050"/>
                </a:solidFill>
              </a:rPr>
              <a:t>"papers"</a:t>
            </a:r>
            <a:r>
              <a:rPr lang="en-US"/>
              <a:t> collection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50"/>
                </a:solidFill>
              </a:rPr>
              <a:t>Reason</a:t>
            </a:r>
            <a:r>
              <a:rPr lang="en-US" b="1"/>
              <a:t>:</a:t>
            </a:r>
            <a:r>
              <a:rPr lang="en-US"/>
              <a:t> High cardinality and continuous growth (Semantic Scholar updates daily; DBLP updates monthly).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50"/>
                </a:solidFill>
              </a:rPr>
              <a:t>Challenge</a:t>
            </a:r>
            <a:r>
              <a:rPr lang="en-US" b="1"/>
              <a:t>:</a:t>
            </a:r>
            <a:r>
              <a:rPr lang="en-US"/>
              <a:t> The collection grows rapidly, requiring horizontal scaling.</a:t>
            </a:r>
          </a:p>
          <a:p>
            <a:endParaRPr lang="en-US"/>
          </a:p>
          <a:p>
            <a:endParaRPr lang="en-US"/>
          </a:p>
          <a:p>
            <a:r>
              <a:rPr lang="it-IT" err="1"/>
              <a:t>Sharding</a:t>
            </a:r>
            <a:r>
              <a:rPr lang="it-IT"/>
              <a:t> Key </a:t>
            </a:r>
            <a:r>
              <a:rPr lang="it-IT" err="1"/>
              <a:t>Selection</a:t>
            </a:r>
            <a:r>
              <a:rPr lang="it-IT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50"/>
                </a:solidFill>
              </a:rPr>
              <a:t>Range-based on field "year"</a:t>
            </a:r>
            <a:r>
              <a:rPr lang="en-US" b="1"/>
              <a:t>:</a:t>
            </a:r>
            <a:r>
              <a:rPr lang="en-US"/>
              <a:t>  Causes a </a:t>
            </a:r>
            <a:r>
              <a:rPr lang="en-US">
                <a:solidFill>
                  <a:srgbClr val="00B050"/>
                </a:solidFill>
              </a:rPr>
              <a:t>"Monotonically Increasing Key" </a:t>
            </a:r>
            <a:r>
              <a:rPr lang="en-US"/>
              <a:t>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50"/>
                </a:solidFill>
              </a:rPr>
              <a:t>Hashed sharding on field "_id"</a:t>
            </a:r>
            <a:r>
              <a:rPr lang="en-US" b="1"/>
              <a:t>:</a:t>
            </a:r>
            <a:r>
              <a:rPr lang="en-US"/>
              <a:t> Ensures writes are randomly and </a:t>
            </a:r>
            <a:r>
              <a:rPr lang="en-US" b="1">
                <a:solidFill>
                  <a:srgbClr val="00B050"/>
                </a:solidFill>
              </a:rPr>
              <a:t>evenly distributed</a:t>
            </a:r>
            <a:r>
              <a:rPr lang="en-US">
                <a:solidFill>
                  <a:srgbClr val="00B050"/>
                </a:solidFill>
              </a:rPr>
              <a:t> </a:t>
            </a:r>
            <a:r>
              <a:rPr lang="en-US"/>
              <a:t>across shards (avoiding hot-shards).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8050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C595-7EEB-050F-C876-094BDC2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3F7D54-D6DB-A6DB-E2A4-6BDC6BA6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Graph DB Design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A47A49D-B48E-3DF0-D5D4-D3DBA48884EA}"/>
              </a:ext>
            </a:extLst>
          </p:cNvPr>
          <p:cNvSpPr txBox="1"/>
          <p:nvPr/>
        </p:nvSpPr>
        <p:spPr>
          <a:xfrm>
            <a:off x="548639" y="1233093"/>
            <a:ext cx="3464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/>
              <a:t> </a:t>
            </a:r>
            <a:r>
              <a:rPr lang="it-IT"/>
              <a:t>3 </a:t>
            </a:r>
            <a:r>
              <a:rPr lang="it-IT" err="1"/>
              <a:t>types</a:t>
            </a:r>
            <a:r>
              <a:rPr lang="it-IT"/>
              <a:t> of </a:t>
            </a:r>
            <a:r>
              <a:rPr lang="it-IT" b="1" err="1"/>
              <a:t>nodes</a:t>
            </a:r>
            <a:r>
              <a:rPr lang="it-IT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it-IT"/>
              <a:t>Paper : { </a:t>
            </a:r>
            <a:r>
              <a:rPr lang="it-IT" err="1"/>
              <a:t>paperId</a:t>
            </a:r>
            <a:r>
              <a:rPr lang="it-IT"/>
              <a:t>, </a:t>
            </a:r>
            <a:r>
              <a:rPr lang="it-IT" err="1"/>
              <a:t>title</a:t>
            </a:r>
            <a:r>
              <a:rPr lang="it-IT"/>
              <a:t> }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it-IT"/>
              <a:t>Author : { </a:t>
            </a:r>
            <a:r>
              <a:rPr lang="it-IT" err="1"/>
              <a:t>authorId</a:t>
            </a:r>
            <a:r>
              <a:rPr lang="it-IT"/>
              <a:t>, name }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it-IT"/>
              <a:t>Topic: { </a:t>
            </a:r>
            <a:r>
              <a:rPr lang="it-IT" err="1"/>
              <a:t>topicId</a:t>
            </a:r>
            <a:r>
              <a:rPr lang="it-IT"/>
              <a:t>, name }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A4195EC-734C-FC0F-4292-46D9AB76BCD2}"/>
              </a:ext>
            </a:extLst>
          </p:cNvPr>
          <p:cNvSpPr txBox="1"/>
          <p:nvPr/>
        </p:nvSpPr>
        <p:spPr>
          <a:xfrm>
            <a:off x="548639" y="2702033"/>
            <a:ext cx="53678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3 </a:t>
            </a:r>
            <a:r>
              <a:rPr lang="it-IT" err="1"/>
              <a:t>types</a:t>
            </a:r>
            <a:r>
              <a:rPr lang="it-IT"/>
              <a:t> of </a:t>
            </a:r>
            <a:r>
              <a:rPr lang="it-IT" b="1" err="1"/>
              <a:t>relationships</a:t>
            </a:r>
            <a:r>
              <a:rPr lang="it-IT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/>
              <a:t>AUTHORED : (Author) – [AUTHORED] -&gt; (Paper)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/>
              <a:t>CITES: (Paper) – [CITES] -&gt; (Paper)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/>
              <a:t>HAS_TOPIC: (Paper) – [HAS_TOPIC] -&gt; (Topic)</a:t>
            </a:r>
          </a:p>
        </p:txBody>
      </p:sp>
      <p:pic>
        <p:nvPicPr>
          <p:cNvPr id="10" name="Immagine 9" descr="Immagine che contiene schermata, cerchio&#10;&#10;Il contenuto generato dall'IA potrebbe non essere corretto.">
            <a:extLst>
              <a:ext uri="{FF2B5EF4-FFF2-40B4-BE49-F238E27FC236}">
                <a16:creationId xmlns:a16="http://schemas.microsoft.com/office/drawing/2014/main" id="{63286ED0-56A8-8A91-F79E-1538D455FF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73" t="25909" r="25298" b="50593"/>
          <a:stretch>
            <a:fillRect/>
          </a:stretch>
        </p:blipFill>
        <p:spPr>
          <a:xfrm>
            <a:off x="1033272" y="4105654"/>
            <a:ext cx="6748272" cy="137160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C3894B6-B64A-F0E6-1713-D06841789405}"/>
              </a:ext>
            </a:extLst>
          </p:cNvPr>
          <p:cNvSpPr txBox="1"/>
          <p:nvPr/>
        </p:nvSpPr>
        <p:spPr>
          <a:xfrm>
            <a:off x="1170432" y="4915899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Author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00D9714-BE11-F57D-2668-D1BB6FC3A088}"/>
              </a:ext>
            </a:extLst>
          </p:cNvPr>
          <p:cNvSpPr txBox="1"/>
          <p:nvPr/>
        </p:nvSpPr>
        <p:spPr>
          <a:xfrm>
            <a:off x="2869403" y="4932400"/>
            <a:ext cx="7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Paper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2D1F657-EC8F-55EF-DDC2-1E8767545836}"/>
              </a:ext>
            </a:extLst>
          </p:cNvPr>
          <p:cNvSpPr txBox="1"/>
          <p:nvPr/>
        </p:nvSpPr>
        <p:spPr>
          <a:xfrm>
            <a:off x="4325112" y="4932400"/>
            <a:ext cx="7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Paper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1627C6C-24CF-F578-C4BB-9DFC29685F4A}"/>
              </a:ext>
            </a:extLst>
          </p:cNvPr>
          <p:cNvSpPr txBox="1"/>
          <p:nvPr/>
        </p:nvSpPr>
        <p:spPr>
          <a:xfrm>
            <a:off x="6245352" y="4932400"/>
            <a:ext cx="67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Topic</a:t>
            </a:r>
          </a:p>
        </p:txBody>
      </p:sp>
      <p:pic>
        <p:nvPicPr>
          <p:cNvPr id="5" name="Immagine 4" descr="Immagine che contiene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2B208220-92FE-25B8-795A-CB8E429F9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570" y="318199"/>
            <a:ext cx="1829968" cy="6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93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E0B19-BC50-2403-D950-953EC191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C1E614-AD3E-B4D1-E9D9-DDE125B5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Graph DB Design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D7687B2-F3FC-5382-7D86-D3E548D9E8CA}"/>
              </a:ext>
            </a:extLst>
          </p:cNvPr>
          <p:cNvSpPr txBox="1"/>
          <p:nvPr/>
        </p:nvSpPr>
        <p:spPr>
          <a:xfrm>
            <a:off x="667513" y="1444752"/>
            <a:ext cx="31912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Page ranking papers </a:t>
            </a:r>
          </a:p>
          <a:p>
            <a:endParaRPr lang="it-IT" b="1"/>
          </a:p>
          <a:p>
            <a:r>
              <a:rPr lang="it-IT" b="1"/>
              <a:t>Domain-</a:t>
            </a:r>
            <a:r>
              <a:rPr lang="it-IT" b="1" err="1"/>
              <a:t>specific</a:t>
            </a:r>
            <a:r>
              <a:rPr lang="it-IT" b="1"/>
              <a:t> query</a:t>
            </a:r>
            <a:r>
              <a:rPr lang="it-IT"/>
              <a:t>: Estimate </a:t>
            </a:r>
            <a:r>
              <a:rPr lang="it-IT" err="1"/>
              <a:t>importance</a:t>
            </a:r>
            <a:r>
              <a:rPr lang="it-IT"/>
              <a:t> of papers </a:t>
            </a:r>
            <a:r>
              <a:rPr lang="it-IT" err="1"/>
              <a:t>considering</a:t>
            </a:r>
            <a:r>
              <a:rPr lang="it-IT"/>
              <a:t> </a:t>
            </a:r>
            <a:r>
              <a:rPr lang="it-IT" err="1"/>
              <a:t>number</a:t>
            </a:r>
            <a:r>
              <a:rPr lang="it-IT"/>
              <a:t> of </a:t>
            </a:r>
            <a:r>
              <a:rPr lang="it-IT" err="1"/>
              <a:t>citations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involves</a:t>
            </a:r>
            <a:r>
              <a:rPr lang="it-IT"/>
              <a:t> </a:t>
            </a:r>
            <a:r>
              <a:rPr lang="it-IT" err="1"/>
              <a:t>it</a:t>
            </a:r>
            <a:endParaRPr lang="it-IT"/>
          </a:p>
          <a:p>
            <a:endParaRPr lang="it-IT"/>
          </a:p>
          <a:p>
            <a:r>
              <a:rPr lang="it-IT" b="1" err="1"/>
              <a:t>Graph-specific</a:t>
            </a:r>
            <a:r>
              <a:rPr lang="it-IT" b="1"/>
              <a:t> query</a:t>
            </a:r>
            <a:r>
              <a:rPr lang="it-IT"/>
              <a:t>: </a:t>
            </a:r>
            <a:r>
              <a:rPr lang="it-IT" err="1"/>
              <a:t>execute</a:t>
            </a:r>
            <a:r>
              <a:rPr lang="it-IT"/>
              <a:t> </a:t>
            </a:r>
            <a:r>
              <a:rPr lang="it-IT" err="1"/>
              <a:t>pagerank</a:t>
            </a:r>
            <a:r>
              <a:rPr lang="it-IT"/>
              <a:t> </a:t>
            </a:r>
            <a:r>
              <a:rPr lang="it-IT" err="1"/>
              <a:t>algorithm</a:t>
            </a:r>
            <a:r>
              <a:rPr lang="it-IT"/>
              <a:t> on </a:t>
            </a:r>
            <a:r>
              <a:rPr lang="it-IT" err="1"/>
              <a:t>paperCitations</a:t>
            </a:r>
            <a:r>
              <a:rPr lang="it-IT"/>
              <a:t> </a:t>
            </a:r>
            <a:r>
              <a:rPr lang="it-IT" err="1"/>
              <a:t>subnetwork</a:t>
            </a:r>
            <a:r>
              <a:rPr lang="it-IT"/>
              <a:t>, in </a:t>
            </a:r>
            <a:r>
              <a:rPr lang="it-IT" err="1"/>
              <a:t>order</a:t>
            </a:r>
            <a:r>
              <a:rPr lang="it-IT"/>
              <a:t> to </a:t>
            </a:r>
            <a:r>
              <a:rPr lang="it-IT" err="1"/>
              <a:t>obtain</a:t>
            </a:r>
            <a:r>
              <a:rPr lang="it-IT"/>
              <a:t> a score </a:t>
            </a:r>
            <a:r>
              <a:rPr lang="it-IT" err="1"/>
              <a:t>based</a:t>
            </a:r>
            <a:r>
              <a:rPr lang="it-IT"/>
              <a:t> on incoming </a:t>
            </a:r>
            <a:r>
              <a:rPr lang="it-IT" err="1"/>
              <a:t>edges</a:t>
            </a:r>
            <a:r>
              <a:rPr lang="it-IT"/>
              <a:t> of :CITES </a:t>
            </a:r>
            <a:r>
              <a:rPr lang="it-IT" err="1"/>
              <a:t>relationship</a:t>
            </a:r>
            <a:endParaRPr lang="it-IT"/>
          </a:p>
        </p:txBody>
      </p:sp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FFCD42F-CA59-0B89-D6DC-FC3593A6E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04708"/>
            <a:ext cx="4677428" cy="3648584"/>
          </a:xfrm>
          <a:prstGeom prst="rect">
            <a:avLst/>
          </a:prstGeom>
        </p:spPr>
      </p:pic>
      <p:pic>
        <p:nvPicPr>
          <p:cNvPr id="3" name="Immagine 2" descr="Immagine che contiene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9C8C65B3-EB23-2945-05C3-D8A096A88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570" y="318199"/>
            <a:ext cx="1829968" cy="6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82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F1F4-FAC1-9C2E-CEB7-43C32D00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708686-BB62-6638-7F1C-7A9CCE88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Graph DB Design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BBB92E-5DCF-00E1-3E39-A91DA88D1762}"/>
              </a:ext>
            </a:extLst>
          </p:cNvPr>
          <p:cNvSpPr txBox="1"/>
          <p:nvPr/>
        </p:nvSpPr>
        <p:spPr>
          <a:xfrm>
            <a:off x="667511" y="1444752"/>
            <a:ext cx="8078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err="1"/>
              <a:t>Shortest</a:t>
            </a:r>
            <a:r>
              <a:rPr lang="it-IT" b="1"/>
              <a:t> Collaboration </a:t>
            </a:r>
            <a:r>
              <a:rPr lang="it-IT" b="1" err="1"/>
              <a:t>Path</a:t>
            </a:r>
            <a:endParaRPr lang="it-IT" b="1"/>
          </a:p>
          <a:p>
            <a:endParaRPr lang="it-IT" b="1"/>
          </a:p>
          <a:p>
            <a:r>
              <a:rPr lang="it-IT" b="1"/>
              <a:t>Domain-</a:t>
            </a:r>
            <a:r>
              <a:rPr lang="it-IT" b="1" err="1"/>
              <a:t>specific</a:t>
            </a:r>
            <a:r>
              <a:rPr lang="it-IT" b="1"/>
              <a:t> query</a:t>
            </a:r>
            <a:r>
              <a:rPr lang="it-IT"/>
              <a:t>: </a:t>
            </a:r>
            <a:r>
              <a:rPr lang="it-IT" err="1"/>
              <a:t>find</a:t>
            </a:r>
            <a:r>
              <a:rPr lang="it-IT"/>
              <a:t> the </a:t>
            </a:r>
            <a:r>
              <a:rPr lang="it-IT" err="1"/>
              <a:t>shortest</a:t>
            </a:r>
            <a:r>
              <a:rPr lang="it-IT"/>
              <a:t> way to </a:t>
            </a:r>
            <a:r>
              <a:rPr lang="it-IT" err="1"/>
              <a:t>reach</a:t>
            </a:r>
            <a:r>
              <a:rPr lang="it-IT"/>
              <a:t> an </a:t>
            </a:r>
            <a:r>
              <a:rPr lang="it-IT" err="1"/>
              <a:t>author</a:t>
            </a:r>
            <a:r>
              <a:rPr lang="it-IT"/>
              <a:t> </a:t>
            </a:r>
            <a:r>
              <a:rPr lang="it-IT" err="1"/>
              <a:t>using</a:t>
            </a:r>
            <a:r>
              <a:rPr lang="it-IT"/>
              <a:t> </a:t>
            </a:r>
            <a:r>
              <a:rPr lang="it-IT" err="1"/>
              <a:t>collaborations</a:t>
            </a:r>
            <a:r>
              <a:rPr lang="it-IT"/>
              <a:t> of </a:t>
            </a:r>
            <a:r>
              <a:rPr lang="it-IT" err="1"/>
              <a:t>another</a:t>
            </a:r>
            <a:r>
              <a:rPr lang="it-IT"/>
              <a:t> </a:t>
            </a:r>
            <a:r>
              <a:rPr lang="it-IT" err="1"/>
              <a:t>author</a:t>
            </a:r>
            <a:endParaRPr lang="it-IT"/>
          </a:p>
          <a:p>
            <a:endParaRPr lang="it-IT" b="1"/>
          </a:p>
          <a:p>
            <a:r>
              <a:rPr lang="it-IT" b="1" err="1"/>
              <a:t>Graph-specific</a:t>
            </a:r>
            <a:r>
              <a:rPr lang="it-IT" b="1"/>
              <a:t> query</a:t>
            </a:r>
            <a:r>
              <a:rPr lang="it-IT"/>
              <a:t>: </a:t>
            </a:r>
            <a:r>
              <a:rPr lang="it-IT" err="1"/>
              <a:t>Find</a:t>
            </a:r>
            <a:r>
              <a:rPr lang="it-IT"/>
              <a:t> the </a:t>
            </a:r>
            <a:r>
              <a:rPr lang="it-IT" err="1"/>
              <a:t>shortest</a:t>
            </a:r>
            <a:r>
              <a:rPr lang="it-IT"/>
              <a:t> </a:t>
            </a:r>
            <a:r>
              <a:rPr lang="it-IT" err="1"/>
              <a:t>path</a:t>
            </a:r>
            <a:r>
              <a:rPr lang="it-IT"/>
              <a:t> </a:t>
            </a:r>
            <a:r>
              <a:rPr lang="it-IT" err="1"/>
              <a:t>between</a:t>
            </a:r>
            <a:r>
              <a:rPr lang="it-IT"/>
              <a:t> </a:t>
            </a:r>
            <a:r>
              <a:rPr lang="it-IT" err="1"/>
              <a:t>two</a:t>
            </a:r>
            <a:r>
              <a:rPr lang="it-IT"/>
              <a:t> Author </a:t>
            </a:r>
            <a:r>
              <a:rPr lang="it-IT" err="1"/>
              <a:t>nodes</a:t>
            </a:r>
            <a:r>
              <a:rPr lang="it-IT"/>
              <a:t> </a:t>
            </a:r>
            <a:r>
              <a:rPr lang="it-IT" err="1"/>
              <a:t>across</a:t>
            </a:r>
            <a:r>
              <a:rPr lang="it-IT"/>
              <a:t> AUTHORED </a:t>
            </a:r>
            <a:r>
              <a:rPr lang="it-IT" err="1"/>
              <a:t>edges</a:t>
            </a:r>
            <a:r>
              <a:rPr lang="it-IT"/>
              <a:t>, Paper and Author </a:t>
            </a:r>
            <a:r>
              <a:rPr lang="it-IT" err="1"/>
              <a:t>nodes</a:t>
            </a:r>
            <a:endParaRPr lang="it-IT"/>
          </a:p>
        </p:txBody>
      </p:sp>
      <p:pic>
        <p:nvPicPr>
          <p:cNvPr id="5" name="Immagine 4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81F12667-046C-46A6-C3B2-C1AAE5BA6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80" y="3687736"/>
            <a:ext cx="8183117" cy="1876687"/>
          </a:xfrm>
          <a:prstGeom prst="rect">
            <a:avLst/>
          </a:prstGeom>
        </p:spPr>
      </p:pic>
      <p:pic>
        <p:nvPicPr>
          <p:cNvPr id="3" name="Immagine 2" descr="Immagine che contiene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610F148A-A159-5816-7A53-775D3D5A1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570" y="318199"/>
            <a:ext cx="1829968" cy="6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79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D136-0AE8-392A-9E56-6A7DDA0E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5FCE09-26DE-7969-2BD7-381214C2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Graph DB Design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D890BD0-32E1-FBF4-260B-DD3917ABFB65}"/>
              </a:ext>
            </a:extLst>
          </p:cNvPr>
          <p:cNvSpPr txBox="1"/>
          <p:nvPr/>
        </p:nvSpPr>
        <p:spPr>
          <a:xfrm>
            <a:off x="265037" y="1353312"/>
            <a:ext cx="36301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err="1"/>
              <a:t>Hidden</a:t>
            </a:r>
            <a:r>
              <a:rPr lang="it-IT" b="1"/>
              <a:t> Leiden Communities</a:t>
            </a:r>
          </a:p>
          <a:p>
            <a:endParaRPr lang="it-IT" b="1"/>
          </a:p>
          <a:p>
            <a:r>
              <a:rPr lang="it-IT" b="1"/>
              <a:t>Domain-</a:t>
            </a:r>
            <a:r>
              <a:rPr lang="it-IT" b="1" err="1"/>
              <a:t>specific</a:t>
            </a:r>
            <a:r>
              <a:rPr lang="it-IT" b="1"/>
              <a:t> query</a:t>
            </a:r>
            <a:r>
              <a:rPr lang="it-IT"/>
              <a:t>: Discovers group of </a:t>
            </a:r>
            <a:r>
              <a:rPr lang="it-IT" err="1"/>
              <a:t>researchers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cooperate </a:t>
            </a:r>
            <a:r>
              <a:rPr lang="it-IT" err="1"/>
              <a:t>frequently</a:t>
            </a:r>
            <a:r>
              <a:rPr lang="it-IT"/>
              <a:t> and </a:t>
            </a:r>
            <a:r>
              <a:rPr lang="it-IT" err="1"/>
              <a:t>represent</a:t>
            </a:r>
            <a:r>
              <a:rPr lang="it-IT"/>
              <a:t> school of </a:t>
            </a:r>
            <a:r>
              <a:rPr lang="it-IT" err="1"/>
              <a:t>thought</a:t>
            </a:r>
            <a:endParaRPr lang="it-IT"/>
          </a:p>
          <a:p>
            <a:endParaRPr lang="it-IT"/>
          </a:p>
          <a:p>
            <a:r>
              <a:rPr lang="it-IT" b="1" err="1"/>
              <a:t>Graph-specific</a:t>
            </a:r>
            <a:r>
              <a:rPr lang="it-IT" b="1"/>
              <a:t> query</a:t>
            </a:r>
            <a:r>
              <a:rPr lang="it-IT"/>
              <a:t>: </a:t>
            </a:r>
            <a:r>
              <a:rPr lang="it-IT" err="1"/>
              <a:t>Execute</a:t>
            </a:r>
            <a:r>
              <a:rPr lang="it-IT"/>
              <a:t> Leiden </a:t>
            </a:r>
            <a:r>
              <a:rPr lang="it-IT" err="1"/>
              <a:t>algorithm</a:t>
            </a:r>
            <a:r>
              <a:rPr lang="it-IT"/>
              <a:t> on co-Author </a:t>
            </a:r>
            <a:r>
              <a:rPr lang="it-IT" err="1"/>
              <a:t>subnetwork</a:t>
            </a:r>
            <a:r>
              <a:rPr lang="it-IT"/>
              <a:t>, in </a:t>
            </a:r>
            <a:r>
              <a:rPr lang="it-IT" err="1"/>
              <a:t>order</a:t>
            </a:r>
            <a:r>
              <a:rPr lang="it-IT"/>
              <a:t> to </a:t>
            </a:r>
            <a:r>
              <a:rPr lang="it-IT" err="1"/>
              <a:t>retrieve</a:t>
            </a:r>
            <a:r>
              <a:rPr lang="it-IT"/>
              <a:t> communities </a:t>
            </a:r>
            <a:r>
              <a:rPr lang="it-IT" err="1"/>
              <a:t>where</a:t>
            </a:r>
            <a:r>
              <a:rPr lang="it-IT"/>
              <a:t> </a:t>
            </a:r>
            <a:r>
              <a:rPr lang="it-IT" err="1"/>
              <a:t>authors</a:t>
            </a:r>
            <a:r>
              <a:rPr lang="it-IT"/>
              <a:t> are </a:t>
            </a:r>
            <a:r>
              <a:rPr lang="it-IT" err="1"/>
              <a:t>divided</a:t>
            </a:r>
            <a:r>
              <a:rPr lang="it-IT"/>
              <a:t>.</a:t>
            </a:r>
          </a:p>
        </p:txBody>
      </p:sp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8FCE3C8-7558-CA52-53C8-190F487E01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10"/>
          <a:stretch>
            <a:fillRect/>
          </a:stretch>
        </p:blipFill>
        <p:spPr>
          <a:xfrm>
            <a:off x="3812909" y="1137328"/>
            <a:ext cx="5257939" cy="4839375"/>
          </a:xfrm>
          <a:prstGeom prst="rect">
            <a:avLst/>
          </a:prstGeom>
        </p:spPr>
      </p:pic>
      <p:pic>
        <p:nvPicPr>
          <p:cNvPr id="3" name="Immagine 2" descr="Immagine che contiene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042B3359-25F7-8D66-3DAB-17158F943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570" y="330322"/>
            <a:ext cx="1829968" cy="6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46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5EE2-0F38-4417-52B8-E922388D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A37BA6-6409-7C8F-3DB8-1E039A5C0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Graph DB Design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17B5586-D633-A0D2-172F-6738C20F5719}"/>
              </a:ext>
            </a:extLst>
          </p:cNvPr>
          <p:cNvSpPr txBox="1"/>
          <p:nvPr/>
        </p:nvSpPr>
        <p:spPr>
          <a:xfrm>
            <a:off x="667513" y="1444752"/>
            <a:ext cx="33558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err="1"/>
              <a:t>Betweenness</a:t>
            </a:r>
            <a:r>
              <a:rPr lang="it-IT" b="1"/>
              <a:t> of papers</a:t>
            </a:r>
          </a:p>
          <a:p>
            <a:endParaRPr lang="it-IT" b="1"/>
          </a:p>
          <a:p>
            <a:r>
              <a:rPr lang="it-IT" b="1"/>
              <a:t>Domain-</a:t>
            </a:r>
            <a:r>
              <a:rPr lang="it-IT" b="1" err="1"/>
              <a:t>specific</a:t>
            </a:r>
            <a:r>
              <a:rPr lang="it-IT" b="1"/>
              <a:t> query</a:t>
            </a:r>
            <a:r>
              <a:rPr lang="it-IT"/>
              <a:t>: </a:t>
            </a:r>
            <a:r>
              <a:rPr lang="it-IT" err="1"/>
              <a:t>Discover</a:t>
            </a:r>
            <a:r>
              <a:rPr lang="it-IT"/>
              <a:t> </a:t>
            </a:r>
            <a:r>
              <a:rPr lang="it-IT" err="1"/>
              <a:t>how</a:t>
            </a:r>
            <a:r>
              <a:rPr lang="it-IT"/>
              <a:t> </a:t>
            </a:r>
            <a:r>
              <a:rPr lang="it-IT" err="1"/>
              <a:t>much</a:t>
            </a:r>
            <a:r>
              <a:rPr lang="it-IT"/>
              <a:t> a paper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relevant</a:t>
            </a:r>
            <a:r>
              <a:rPr lang="it-IT"/>
              <a:t> in </a:t>
            </a:r>
            <a:r>
              <a:rPr lang="it-IT" err="1"/>
              <a:t>creating</a:t>
            </a:r>
            <a:r>
              <a:rPr lang="it-IT"/>
              <a:t> </a:t>
            </a:r>
            <a:r>
              <a:rPr lang="it-IT" err="1"/>
              <a:t>associations</a:t>
            </a:r>
            <a:r>
              <a:rPr lang="it-IT"/>
              <a:t> with </a:t>
            </a:r>
            <a:r>
              <a:rPr lang="it-IT" err="1"/>
              <a:t>other</a:t>
            </a:r>
            <a:r>
              <a:rPr lang="it-IT"/>
              <a:t> papers and </a:t>
            </a:r>
            <a:r>
              <a:rPr lang="it-IT" err="1"/>
              <a:t>authors</a:t>
            </a:r>
            <a:endParaRPr lang="it-IT"/>
          </a:p>
          <a:p>
            <a:endParaRPr lang="it-IT"/>
          </a:p>
          <a:p>
            <a:r>
              <a:rPr lang="it-IT" b="1" err="1"/>
              <a:t>Graph-specific</a:t>
            </a:r>
            <a:r>
              <a:rPr lang="it-IT" b="1"/>
              <a:t> query</a:t>
            </a:r>
            <a:r>
              <a:rPr lang="it-IT"/>
              <a:t>: Estimate the </a:t>
            </a:r>
            <a:r>
              <a:rPr lang="it-IT" err="1"/>
              <a:t>betweenness</a:t>
            </a:r>
            <a:r>
              <a:rPr lang="it-IT"/>
              <a:t> </a:t>
            </a:r>
            <a:r>
              <a:rPr lang="it-IT" err="1"/>
              <a:t>centrality</a:t>
            </a:r>
            <a:r>
              <a:rPr lang="it-IT"/>
              <a:t> </a:t>
            </a:r>
            <a:r>
              <a:rPr lang="it-IT" err="1"/>
              <a:t>coefficient</a:t>
            </a:r>
            <a:r>
              <a:rPr lang="it-IT"/>
              <a:t> of paper </a:t>
            </a:r>
            <a:r>
              <a:rPr lang="it-IT" err="1"/>
              <a:t>nodes</a:t>
            </a:r>
            <a:r>
              <a:rPr lang="it-IT"/>
              <a:t> </a:t>
            </a:r>
            <a:r>
              <a:rPr lang="it-IT" err="1"/>
              <a:t>using</a:t>
            </a:r>
            <a:r>
              <a:rPr lang="it-IT"/>
              <a:t> </a:t>
            </a:r>
            <a:r>
              <a:rPr lang="it-IT" err="1"/>
              <a:t>paperCitations</a:t>
            </a:r>
            <a:r>
              <a:rPr lang="it-IT"/>
              <a:t> </a:t>
            </a:r>
            <a:r>
              <a:rPr lang="it-IT" err="1"/>
              <a:t>subnetwork</a:t>
            </a:r>
            <a:r>
              <a:rPr lang="it-IT"/>
              <a:t>, in </a:t>
            </a:r>
            <a:r>
              <a:rPr lang="it-IT" err="1"/>
              <a:t>order</a:t>
            </a:r>
            <a:r>
              <a:rPr lang="it-IT"/>
              <a:t> to </a:t>
            </a:r>
            <a:r>
              <a:rPr lang="it-IT" err="1"/>
              <a:t>identify</a:t>
            </a:r>
            <a:r>
              <a:rPr lang="it-IT"/>
              <a:t> </a:t>
            </a:r>
            <a:r>
              <a:rPr lang="it-IT" err="1"/>
              <a:t>most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 Bridge paper </a:t>
            </a:r>
            <a:r>
              <a:rPr lang="it-IT" err="1"/>
              <a:t>nodes</a:t>
            </a:r>
            <a:endParaRPr lang="it-IT"/>
          </a:p>
        </p:txBody>
      </p:sp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C2C71B1-1AF4-50BA-96C2-48BB54D774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731"/>
          <a:stretch>
            <a:fillRect/>
          </a:stretch>
        </p:blipFill>
        <p:spPr>
          <a:xfrm>
            <a:off x="4023360" y="1233093"/>
            <a:ext cx="4744415" cy="4563112"/>
          </a:xfrm>
          <a:prstGeom prst="rect">
            <a:avLst/>
          </a:prstGeom>
        </p:spPr>
      </p:pic>
      <p:pic>
        <p:nvPicPr>
          <p:cNvPr id="3" name="Immagine 2" descr="Immagine che contiene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564B2188-FF6F-CCB9-6B5C-543725387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570" y="308742"/>
            <a:ext cx="1829968" cy="6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15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11D3-BD01-6B82-4F60-01F3C7E7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994999-2950-7B4D-F97C-BB5DAAD8C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Neo4j Indexes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7C5D50-BEBE-CD42-EB63-4259BC75F332}"/>
              </a:ext>
            </a:extLst>
          </p:cNvPr>
          <p:cNvSpPr txBox="1"/>
          <p:nvPr/>
        </p:nvSpPr>
        <p:spPr>
          <a:xfrm>
            <a:off x="521208" y="1233093"/>
            <a:ext cx="8101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Operations’ performance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improved</a:t>
            </a:r>
            <a:r>
              <a:rPr lang="it-IT"/>
              <a:t>  by </a:t>
            </a:r>
            <a:r>
              <a:rPr lang="it-IT" err="1"/>
              <a:t>using</a:t>
            </a:r>
            <a:r>
              <a:rPr lang="it-IT"/>
              <a:t> </a:t>
            </a:r>
            <a:r>
              <a:rPr lang="it-IT" b="1" err="1"/>
              <a:t>author_name_index</a:t>
            </a:r>
            <a:r>
              <a:rPr lang="it-IT"/>
              <a:t>,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will</a:t>
            </a:r>
            <a:r>
              <a:rPr lang="it-IT"/>
              <a:t> be </a:t>
            </a:r>
            <a:r>
              <a:rPr lang="it-IT" err="1"/>
              <a:t>used</a:t>
            </a:r>
            <a:r>
              <a:rPr lang="it-IT"/>
              <a:t> in queries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involves</a:t>
            </a:r>
            <a:r>
              <a:rPr lang="it-IT"/>
              <a:t> </a:t>
            </a:r>
            <a:r>
              <a:rPr lang="it-IT" err="1"/>
              <a:t>author</a:t>
            </a:r>
            <a:r>
              <a:rPr lang="it-IT"/>
              <a:t> </a:t>
            </a:r>
            <a:r>
              <a:rPr lang="it-IT" err="1"/>
              <a:t>node’s</a:t>
            </a:r>
            <a:r>
              <a:rPr lang="it-IT"/>
              <a:t> name field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Tests</a:t>
            </a:r>
            <a:r>
              <a:rPr lang="it-IT"/>
              <a:t> are </a:t>
            </a:r>
            <a:r>
              <a:rPr lang="it-IT" err="1"/>
              <a:t>done</a:t>
            </a:r>
            <a:r>
              <a:rPr lang="it-IT"/>
              <a:t> </a:t>
            </a:r>
            <a:r>
              <a:rPr lang="it-IT" err="1"/>
              <a:t>considering</a:t>
            </a:r>
            <a:r>
              <a:rPr lang="it-IT"/>
              <a:t> a query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involves</a:t>
            </a:r>
            <a:r>
              <a:rPr lang="it-IT"/>
              <a:t> </a:t>
            </a:r>
            <a:r>
              <a:rPr lang="it-IT" err="1"/>
              <a:t>all</a:t>
            </a:r>
            <a:r>
              <a:rPr lang="it-IT"/>
              <a:t> </a:t>
            </a:r>
            <a:r>
              <a:rPr lang="it-IT" err="1"/>
              <a:t>author</a:t>
            </a:r>
            <a:r>
              <a:rPr lang="it-IT"/>
              <a:t> </a:t>
            </a:r>
            <a:r>
              <a:rPr lang="it-IT" err="1"/>
              <a:t>nodes</a:t>
            </a:r>
            <a:r>
              <a:rPr lang="it-IT"/>
              <a:t> </a:t>
            </a:r>
          </a:p>
        </p:txBody>
      </p:sp>
      <p:pic>
        <p:nvPicPr>
          <p:cNvPr id="6" name="Immagine 5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1F11A84A-6B3F-225C-D657-0DCB3B812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41" y="2231135"/>
            <a:ext cx="8836471" cy="3315797"/>
          </a:xfrm>
          <a:prstGeom prst="rect">
            <a:avLst/>
          </a:prstGeom>
        </p:spPr>
      </p:pic>
      <p:pic>
        <p:nvPicPr>
          <p:cNvPr id="3" name="Immagine 2" descr="Immagine che contiene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E9290201-B2E3-6820-05EB-81657A8EB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570" y="318199"/>
            <a:ext cx="1829968" cy="6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51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CE02-8921-8C38-9F13-1BD65CAC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737838-E2DC-7AA2-CBA2-6910158F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Handling Intra-DB Consistency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12AAE-2BEB-89B4-40AE-B80265F6148B}"/>
              </a:ext>
            </a:extLst>
          </p:cNvPr>
          <p:cNvSpPr txBox="1"/>
          <p:nvPr/>
        </p:nvSpPr>
        <p:spPr>
          <a:xfrm>
            <a:off x="1662442" y="967487"/>
            <a:ext cx="5819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333333"/>
                </a:solidFill>
              </a:rPr>
              <a:t>Strategy: Synchronous Update with Defined Source of Truth</a:t>
            </a:r>
            <a:endParaRPr lang="it-IT">
              <a:solidFill>
                <a:srgbClr val="333333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9F2C12-A2BA-C463-8CBD-EF64548A4D6A}"/>
              </a:ext>
            </a:extLst>
          </p:cNvPr>
          <p:cNvGrpSpPr/>
          <p:nvPr/>
        </p:nvGrpSpPr>
        <p:grpSpPr>
          <a:xfrm>
            <a:off x="1371137" y="1736645"/>
            <a:ext cx="2353901" cy="2107696"/>
            <a:chOff x="1538788" y="1694684"/>
            <a:chExt cx="2353901" cy="210769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22CE262-D8F8-2B25-FF9E-484E8D752218}"/>
                </a:ext>
              </a:extLst>
            </p:cNvPr>
            <p:cNvGrpSpPr/>
            <p:nvPr/>
          </p:nvGrpSpPr>
          <p:grpSpPr>
            <a:xfrm>
              <a:off x="1538788" y="1731650"/>
              <a:ext cx="2353901" cy="2070730"/>
              <a:chOff x="1258431" y="1702051"/>
              <a:chExt cx="2353901" cy="2480650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B4262D4-AF9A-47CA-9C79-F1776E56098E}"/>
                  </a:ext>
                </a:extLst>
              </p:cNvPr>
              <p:cNvSpPr/>
              <p:nvPr/>
            </p:nvSpPr>
            <p:spPr>
              <a:xfrm>
                <a:off x="1258431" y="1702051"/>
                <a:ext cx="2353901" cy="248065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00B050"/>
                </a:solidFill>
              </a:ln>
              <a:effectLst>
                <a:outerShdw blurRad="101600" sx="102000" sy="102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System of Record (Full Data)</a:t>
                </a:r>
                <a:endParaRPr lang="it-IT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7F5F930-06B5-5354-95E0-B82E049448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8431" y="2051050"/>
                <a:ext cx="235390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329A72-6664-C3C3-32B6-7DE99E180F7B}"/>
                </a:ext>
              </a:extLst>
            </p:cNvPr>
            <p:cNvSpPr txBox="1"/>
            <p:nvPr/>
          </p:nvSpPr>
          <p:spPr>
            <a:xfrm>
              <a:off x="2102328" y="1694684"/>
              <a:ext cx="1226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rgbClr val="333333"/>
                  </a:solidFill>
                </a:rPr>
                <a:t>MongoDB</a:t>
              </a:r>
              <a:endParaRPr lang="it-IT" b="1">
                <a:solidFill>
                  <a:srgbClr val="333333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D104E88-C4ED-642E-524E-FEEF15371D7A}"/>
              </a:ext>
            </a:extLst>
          </p:cNvPr>
          <p:cNvSpPr txBox="1"/>
          <p:nvPr/>
        </p:nvSpPr>
        <p:spPr>
          <a:xfrm>
            <a:off x="1371141" y="2532830"/>
            <a:ext cx="2353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err="1">
                <a:solidFill>
                  <a:srgbClr val="333333"/>
                </a:solidFill>
              </a:rPr>
              <a:t>Primary</a:t>
            </a:r>
            <a:r>
              <a:rPr lang="it-IT" sz="1600">
                <a:solidFill>
                  <a:srgbClr val="333333"/>
                </a:solidFill>
              </a:rPr>
              <a:t> </a:t>
            </a:r>
            <a:r>
              <a:rPr lang="it-IT" sz="1600" err="1">
                <a:solidFill>
                  <a:srgbClr val="333333"/>
                </a:solidFill>
              </a:rPr>
              <a:t>Commit</a:t>
            </a:r>
            <a:endParaRPr lang="it-IT" sz="1600">
              <a:solidFill>
                <a:srgbClr val="333333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B0D96D-1423-43A2-DBFE-3181FD7F6A0E}"/>
              </a:ext>
            </a:extLst>
          </p:cNvPr>
          <p:cNvSpPr txBox="1"/>
          <p:nvPr/>
        </p:nvSpPr>
        <p:spPr>
          <a:xfrm>
            <a:off x="1371137" y="2863034"/>
            <a:ext cx="2353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>
                <a:solidFill>
                  <a:srgbClr val="333333"/>
                </a:solidFill>
                <a:effectLst/>
                <a:latin typeface="Inter"/>
              </a:rPr>
              <a:t>System of Record (Full Data)</a:t>
            </a:r>
            <a:endParaRPr lang="it-IT" sz="1400">
              <a:solidFill>
                <a:srgbClr val="333333"/>
              </a:solidFill>
            </a:endParaRPr>
          </a:p>
        </p:txBody>
      </p:sp>
      <p:sp>
        <p:nvSpPr>
          <p:cNvPr id="18" name="Arrow: Notched Right 17">
            <a:extLst>
              <a:ext uri="{FF2B5EF4-FFF2-40B4-BE49-F238E27FC236}">
                <a16:creationId xmlns:a16="http://schemas.microsoft.com/office/drawing/2014/main" id="{50BA2A95-7CD7-3EEA-26AD-329D0CBA9235}"/>
              </a:ext>
            </a:extLst>
          </p:cNvPr>
          <p:cNvSpPr/>
          <p:nvPr/>
        </p:nvSpPr>
        <p:spPr>
          <a:xfrm>
            <a:off x="3782768" y="2566106"/>
            <a:ext cx="1360732" cy="662546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On success</a:t>
            </a:r>
            <a:endParaRPr lang="it-IT" sz="14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BE005B-C530-A053-B942-FAB66B3FD183}"/>
              </a:ext>
            </a:extLst>
          </p:cNvPr>
          <p:cNvGrpSpPr/>
          <p:nvPr/>
        </p:nvGrpSpPr>
        <p:grpSpPr>
          <a:xfrm>
            <a:off x="5201226" y="1696063"/>
            <a:ext cx="2353901" cy="2148278"/>
            <a:chOff x="5251311" y="1683887"/>
            <a:chExt cx="2353901" cy="252841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29D007E-39C2-D9E5-9CD9-9E669B8B125B}"/>
                </a:ext>
              </a:extLst>
            </p:cNvPr>
            <p:cNvGrpSpPr/>
            <p:nvPr/>
          </p:nvGrpSpPr>
          <p:grpSpPr>
            <a:xfrm>
              <a:off x="5251311" y="1731650"/>
              <a:ext cx="2353901" cy="2480650"/>
              <a:chOff x="1258431" y="1702051"/>
              <a:chExt cx="2353901" cy="2480650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F601CD1-C072-60E6-F427-63A338DBE6A6}"/>
                  </a:ext>
                </a:extLst>
              </p:cNvPr>
              <p:cNvSpPr/>
              <p:nvPr/>
            </p:nvSpPr>
            <p:spPr>
              <a:xfrm>
                <a:off x="1258431" y="1702051"/>
                <a:ext cx="2353901" cy="248065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018BFF"/>
                </a:solidFill>
              </a:ln>
              <a:effectLst>
                <a:outerShdw blurRad="101600" sx="102000" sy="102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System of Record (Full Data)</a:t>
                </a:r>
                <a:endParaRPr lang="it-IT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1483E90-A4D1-A1CC-093A-6A2AC0957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8431" y="2051050"/>
                <a:ext cx="2353901" cy="0"/>
              </a:xfrm>
              <a:prstGeom prst="line">
                <a:avLst/>
              </a:prstGeom>
              <a:ln>
                <a:solidFill>
                  <a:srgbClr val="018B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A30252-4261-5FB1-60D5-19A500C44EBE}"/>
                </a:ext>
              </a:extLst>
            </p:cNvPr>
            <p:cNvSpPr txBox="1"/>
            <p:nvPr/>
          </p:nvSpPr>
          <p:spPr>
            <a:xfrm>
              <a:off x="5814851" y="1683887"/>
              <a:ext cx="1226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rgbClr val="333333"/>
                  </a:solidFill>
                </a:rPr>
                <a:t>Neo4j</a:t>
              </a:r>
              <a:endParaRPr lang="it-IT" b="1">
                <a:solidFill>
                  <a:srgbClr val="333333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8583E4D-5150-629C-A03E-38E225D47410}"/>
              </a:ext>
            </a:extLst>
          </p:cNvPr>
          <p:cNvSpPr txBox="1"/>
          <p:nvPr/>
        </p:nvSpPr>
        <p:spPr>
          <a:xfrm>
            <a:off x="5201226" y="2527309"/>
            <a:ext cx="2353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err="1">
                <a:solidFill>
                  <a:srgbClr val="333333"/>
                </a:solidFill>
              </a:rPr>
              <a:t>Graph</a:t>
            </a:r>
            <a:r>
              <a:rPr lang="it-IT" sz="1600">
                <a:solidFill>
                  <a:srgbClr val="333333"/>
                </a:solidFill>
              </a:rPr>
              <a:t> </a:t>
            </a:r>
            <a:r>
              <a:rPr lang="it-IT" sz="1600" err="1">
                <a:solidFill>
                  <a:srgbClr val="333333"/>
                </a:solidFill>
              </a:rPr>
              <a:t>Projection</a:t>
            </a:r>
            <a:endParaRPr lang="it-IT" sz="1600">
              <a:solidFill>
                <a:srgbClr val="333333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B5B1EC-0BE0-FDFF-1FA0-44454A02CEAA}"/>
              </a:ext>
            </a:extLst>
          </p:cNvPr>
          <p:cNvSpPr txBox="1"/>
          <p:nvPr/>
        </p:nvSpPr>
        <p:spPr>
          <a:xfrm>
            <a:off x="5201228" y="2835674"/>
            <a:ext cx="2353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err="1">
                <a:solidFill>
                  <a:srgbClr val="333333"/>
                </a:solidFill>
              </a:rPr>
              <a:t>Topological</a:t>
            </a:r>
            <a:r>
              <a:rPr lang="it-IT" sz="1400">
                <a:solidFill>
                  <a:srgbClr val="333333"/>
                </a:solidFill>
              </a:rPr>
              <a:t> </a:t>
            </a:r>
            <a:r>
              <a:rPr lang="it-IT" sz="1400" err="1">
                <a:solidFill>
                  <a:srgbClr val="333333"/>
                </a:solidFill>
              </a:rPr>
              <a:t>Structure</a:t>
            </a:r>
            <a:r>
              <a:rPr lang="it-IT" sz="1400">
                <a:solidFill>
                  <a:srgbClr val="333333"/>
                </a:solidFill>
              </a:rPr>
              <a:t> (</a:t>
            </a:r>
            <a:r>
              <a:rPr lang="it-IT" sz="1400" err="1">
                <a:solidFill>
                  <a:srgbClr val="333333"/>
                </a:solidFill>
              </a:rPr>
              <a:t>Nodes</a:t>
            </a:r>
            <a:r>
              <a:rPr lang="it-IT" sz="1400">
                <a:solidFill>
                  <a:srgbClr val="333333"/>
                </a:solidFill>
              </a:rPr>
              <a:t>/</a:t>
            </a:r>
            <a:r>
              <a:rPr lang="it-IT" sz="1400" err="1">
                <a:solidFill>
                  <a:srgbClr val="333333"/>
                </a:solidFill>
              </a:rPr>
              <a:t>Edges</a:t>
            </a:r>
            <a:r>
              <a:rPr lang="it-IT" sz="1400">
                <a:solidFill>
                  <a:srgbClr val="333333"/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F9BB34-04E0-F1CD-D872-1140B45DD2E8}"/>
              </a:ext>
            </a:extLst>
          </p:cNvPr>
          <p:cNvSpPr txBox="1"/>
          <p:nvPr/>
        </p:nvSpPr>
        <p:spPr>
          <a:xfrm>
            <a:off x="876300" y="4135669"/>
            <a:ext cx="77343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</a:t>
            </a:r>
            <a:r>
              <a:rPr lang="en-US" b="1"/>
              <a:t>pattern</a:t>
            </a:r>
            <a:r>
              <a:rPr lang="en-US"/>
              <a:t>: Synchronous Dual-Write. MongoDB acts as the Canonical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The </a:t>
            </a:r>
            <a:r>
              <a:rPr lang="it-IT" b="1" err="1"/>
              <a:t>Execution</a:t>
            </a:r>
            <a:r>
              <a:rPr lang="it-IT" b="1"/>
              <a:t> Flow</a:t>
            </a:r>
            <a:r>
              <a:rPr lang="it-IT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/>
              <a:t>Write payload </a:t>
            </a:r>
            <a:r>
              <a:rPr lang="it-IT" sz="1600" err="1"/>
              <a:t>received</a:t>
            </a:r>
            <a:r>
              <a:rPr lang="it-IT" sz="160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/>
              <a:t>Data </a:t>
            </a:r>
            <a:r>
              <a:rPr lang="it-IT" sz="1600" err="1"/>
              <a:t>persisted</a:t>
            </a:r>
            <a:r>
              <a:rPr lang="it-IT" sz="1600"/>
              <a:t> to </a:t>
            </a:r>
            <a:r>
              <a:rPr lang="it-IT" sz="1600" err="1"/>
              <a:t>MongoDB</a:t>
            </a:r>
            <a:r>
              <a:rPr lang="it-IT" sz="160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/>
              <a:t>Data </a:t>
            </a:r>
            <a:r>
              <a:rPr lang="it-IT" sz="1600" err="1"/>
              <a:t>projected</a:t>
            </a:r>
            <a:r>
              <a:rPr lang="it-IT" sz="1600"/>
              <a:t> to Neo4j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err="1"/>
              <a:t>Transaction</a:t>
            </a:r>
            <a:r>
              <a:rPr lang="it-IT" sz="1600"/>
              <a:t> </a:t>
            </a:r>
            <a:r>
              <a:rPr lang="it-IT" sz="1600" err="1"/>
              <a:t>commits</a:t>
            </a:r>
            <a:r>
              <a:rPr lang="it-IT" sz="1600"/>
              <a:t> </a:t>
            </a:r>
            <a:r>
              <a:rPr lang="it-IT" sz="1600" err="1"/>
              <a:t>if</a:t>
            </a:r>
            <a:r>
              <a:rPr lang="it-IT" sz="1600"/>
              <a:t> </a:t>
            </a:r>
            <a:r>
              <a:rPr lang="it-IT" sz="1600" err="1"/>
              <a:t>both</a:t>
            </a:r>
            <a:r>
              <a:rPr lang="it-IT" sz="1600"/>
              <a:t> </a:t>
            </a:r>
            <a:r>
              <a:rPr lang="it-IT" sz="1600" err="1"/>
              <a:t>succeed</a:t>
            </a:r>
            <a:r>
              <a:rPr lang="it-IT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1675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C0D7-B0A9-8CD3-3848-5B1E0C70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Implementation Details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737D430-5DF6-A67A-11E1-41606462D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78587"/>
            <a:ext cx="9144000" cy="510082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0E6E431-F4C3-385D-EE59-FABFA34BA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78587"/>
            <a:ext cx="9144000" cy="51008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6056B6-C4F6-B77E-B44C-24F958AB13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5121" y="2228290"/>
            <a:ext cx="5128032" cy="2401419"/>
          </a:xfrm>
          <a:prstGeom prst="rect">
            <a:avLst/>
          </a:prstGeom>
          <a:noFill/>
          <a:ln>
            <a:noFill/>
          </a:ln>
          <a:effectLst>
            <a:outerShdw blurRad="1016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60F9515-F4F1-5419-B8E6-6A16D32ABA1A}"/>
              </a:ext>
            </a:extLst>
          </p:cNvPr>
          <p:cNvSpPr txBox="1"/>
          <p:nvPr/>
        </p:nvSpPr>
        <p:spPr>
          <a:xfrm>
            <a:off x="5503914" y="2205242"/>
            <a:ext cx="289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Trigger:</a:t>
            </a:r>
          </a:p>
          <a:p>
            <a:r>
              <a:rPr lang="it-IT"/>
              <a:t>Spring </a:t>
            </a:r>
            <a:r>
              <a:rPr lang="it-IT" err="1"/>
              <a:t>Transaction</a:t>
            </a:r>
            <a:r>
              <a:rPr lang="it-IT"/>
              <a:t> Manager.</a:t>
            </a:r>
          </a:p>
          <a:p>
            <a:endParaRPr lang="it-I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B35CE3-D4FA-5213-E5E3-4F87D3B3DB23}"/>
              </a:ext>
            </a:extLst>
          </p:cNvPr>
          <p:cNvSpPr txBox="1"/>
          <p:nvPr/>
        </p:nvSpPr>
        <p:spPr>
          <a:xfrm>
            <a:off x="5503914" y="2999268"/>
            <a:ext cx="2773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err="1"/>
              <a:t>Mechanism</a:t>
            </a:r>
            <a:r>
              <a:rPr lang="it-IT" b="1"/>
              <a:t>:</a:t>
            </a:r>
          </a:p>
          <a:p>
            <a:r>
              <a:rPr lang="it-IT" err="1"/>
              <a:t>Exception</a:t>
            </a:r>
            <a:r>
              <a:rPr lang="it-IT"/>
              <a:t> </a:t>
            </a:r>
            <a:r>
              <a:rPr lang="it-IT" err="1"/>
              <a:t>Propagation</a:t>
            </a:r>
            <a:r>
              <a:rPr lang="it-IT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D4BB2C-EFD8-4507-F93B-6C0B76943693}"/>
              </a:ext>
            </a:extLst>
          </p:cNvPr>
          <p:cNvSpPr txBox="1"/>
          <p:nvPr/>
        </p:nvSpPr>
        <p:spPr>
          <a:xfrm>
            <a:off x="5469209" y="3803614"/>
            <a:ext cx="356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Idempotency:</a:t>
            </a:r>
          </a:p>
          <a:p>
            <a:r>
              <a:rPr lang="en-US"/>
              <a:t>Neo4j uses MERGE to handle retries safely (preventing duplicate nodes).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2812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F2A4-8DE2-3A9D-FAB8-B3E750E5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Design </a:t>
            </a:r>
            <a:r>
              <a:rPr lang="it-IT" err="1"/>
              <a:t>Justification</a:t>
            </a:r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9A741-C9C7-134E-BD2F-FE248922B088}"/>
              </a:ext>
            </a:extLst>
          </p:cNvPr>
          <p:cNvSpPr txBox="1"/>
          <p:nvPr/>
        </p:nvSpPr>
        <p:spPr>
          <a:xfrm>
            <a:off x="2910099" y="975360"/>
            <a:ext cx="330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333333"/>
                </a:solidFill>
              </a:rPr>
              <a:t>Design </a:t>
            </a:r>
            <a:r>
              <a:rPr lang="it-IT" b="1" err="1">
                <a:solidFill>
                  <a:srgbClr val="333333"/>
                </a:solidFill>
              </a:rPr>
              <a:t>Justification</a:t>
            </a:r>
            <a:r>
              <a:rPr lang="it-IT" b="1">
                <a:solidFill>
                  <a:srgbClr val="333333"/>
                </a:solidFill>
              </a:rPr>
              <a:t> &amp; Trade-</a:t>
            </a:r>
            <a:r>
              <a:rPr lang="it-IT" b="1" err="1">
                <a:solidFill>
                  <a:srgbClr val="333333"/>
                </a:solidFill>
              </a:rPr>
              <a:t>offs</a:t>
            </a:r>
            <a:endParaRPr lang="it-IT" b="1">
              <a:solidFill>
                <a:srgbClr val="333333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D3F2AC-C986-85DF-04FE-71C519BFB39A}"/>
              </a:ext>
            </a:extLst>
          </p:cNvPr>
          <p:cNvGrpSpPr/>
          <p:nvPr/>
        </p:nvGrpSpPr>
        <p:grpSpPr>
          <a:xfrm>
            <a:off x="418721" y="1671893"/>
            <a:ext cx="3702870" cy="1964059"/>
            <a:chOff x="418721" y="1820163"/>
            <a:chExt cx="3702870" cy="16386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80A481-F09C-A3BB-CC27-2326A03A24C5}"/>
                </a:ext>
              </a:extLst>
            </p:cNvPr>
            <p:cNvSpPr/>
            <p:nvPr/>
          </p:nvSpPr>
          <p:spPr>
            <a:xfrm>
              <a:off x="418721" y="1820163"/>
              <a:ext cx="3702867" cy="1638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91E60F-F729-A6C3-93C1-5BDFECA19972}"/>
                </a:ext>
              </a:extLst>
            </p:cNvPr>
            <p:cNvSpPr/>
            <p:nvPr/>
          </p:nvSpPr>
          <p:spPr>
            <a:xfrm rot="16200000">
              <a:off x="2215305" y="23580"/>
              <a:ext cx="109704" cy="3702869"/>
            </a:xfrm>
            <a:prstGeom prst="rect">
              <a:avLst/>
            </a:prstGeom>
            <a:solidFill>
              <a:srgbClr val="0088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A425B04-D120-6B14-98C7-96ABE0E4F0BA}"/>
              </a:ext>
            </a:extLst>
          </p:cNvPr>
          <p:cNvSpPr txBox="1"/>
          <p:nvPr/>
        </p:nvSpPr>
        <p:spPr>
          <a:xfrm>
            <a:off x="430038" y="1781597"/>
            <a:ext cx="369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/>
              <a:t>Strong </a:t>
            </a:r>
            <a:r>
              <a:rPr lang="it-IT" sz="1800" b="1" err="1"/>
              <a:t>Consistency</a:t>
            </a:r>
            <a:r>
              <a:rPr lang="it-IT" sz="1800"/>
              <a:t> (CP)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1A4D2-8B77-7272-D257-6497750892CF}"/>
              </a:ext>
            </a:extLst>
          </p:cNvPr>
          <p:cNvSpPr txBox="1"/>
          <p:nvPr/>
        </p:nvSpPr>
        <p:spPr>
          <a:xfrm>
            <a:off x="430038" y="2844139"/>
            <a:ext cx="36915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err="1"/>
              <a:t>Outcome</a:t>
            </a:r>
            <a:r>
              <a:rPr lang="it-IT" sz="1400" b="1"/>
              <a:t>: </a:t>
            </a:r>
            <a:r>
              <a:rPr lang="it-IT" sz="1400" err="1"/>
              <a:t>Eliminates</a:t>
            </a:r>
            <a:r>
              <a:rPr lang="it-IT" sz="1400"/>
              <a:t> "</a:t>
            </a:r>
            <a:r>
              <a:rPr lang="it-IT" sz="1400" err="1"/>
              <a:t>phantom</a:t>
            </a:r>
            <a:r>
              <a:rPr lang="it-IT" sz="1400"/>
              <a:t>" data and </a:t>
            </a:r>
            <a:r>
              <a:rPr lang="it-IT" sz="1400" err="1"/>
              <a:t>ensures</a:t>
            </a:r>
            <a:r>
              <a:rPr lang="it-IT" sz="1400"/>
              <a:t> </a:t>
            </a:r>
            <a:r>
              <a:rPr lang="it-IT" sz="1400" err="1"/>
              <a:t>graph</a:t>
            </a:r>
            <a:r>
              <a:rPr lang="it-IT" sz="1400"/>
              <a:t> </a:t>
            </a:r>
            <a:r>
              <a:rPr lang="it-IT" sz="1400" err="1"/>
              <a:t>algorithms</a:t>
            </a:r>
            <a:r>
              <a:rPr lang="it-IT" sz="1400"/>
              <a:t> </a:t>
            </a:r>
            <a:r>
              <a:rPr lang="it-IT" sz="1400" err="1"/>
              <a:t>always</a:t>
            </a:r>
            <a:r>
              <a:rPr lang="it-IT" sz="1400"/>
              <a:t> </a:t>
            </a:r>
            <a:r>
              <a:rPr lang="it-IT" sz="1400" err="1"/>
              <a:t>run</a:t>
            </a:r>
            <a:r>
              <a:rPr lang="it-IT" sz="1400"/>
              <a:t> on the complete dataset.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CCA143-2EAA-6E49-9510-00DE52C89E32}"/>
              </a:ext>
            </a:extLst>
          </p:cNvPr>
          <p:cNvSpPr txBox="1"/>
          <p:nvPr/>
        </p:nvSpPr>
        <p:spPr>
          <a:xfrm>
            <a:off x="430038" y="2113286"/>
            <a:ext cx="3691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err="1"/>
              <a:t>Rationale</a:t>
            </a:r>
            <a:r>
              <a:rPr lang="it-IT" sz="1400" b="1"/>
              <a:t>: </a:t>
            </a:r>
            <a:r>
              <a:rPr lang="it-IT" sz="1400"/>
              <a:t>A paper must </a:t>
            </a:r>
            <a:r>
              <a:rPr lang="it-IT" sz="1400" err="1"/>
              <a:t>not</a:t>
            </a:r>
            <a:r>
              <a:rPr lang="it-IT" sz="1400"/>
              <a:t> </a:t>
            </a:r>
            <a:r>
              <a:rPr lang="it-IT" sz="1400" err="1"/>
              <a:t>exist</a:t>
            </a:r>
            <a:r>
              <a:rPr lang="it-IT" sz="1400"/>
              <a:t> in the </a:t>
            </a:r>
            <a:r>
              <a:rPr lang="it-IT" sz="1400" err="1"/>
              <a:t>Document</a:t>
            </a:r>
            <a:r>
              <a:rPr lang="it-IT" sz="1400"/>
              <a:t> Store </a:t>
            </a:r>
            <a:r>
              <a:rPr lang="it-IT" sz="1400" err="1"/>
              <a:t>if</a:t>
            </a:r>
            <a:r>
              <a:rPr lang="it-IT" sz="1400"/>
              <a:t> </a:t>
            </a:r>
            <a:r>
              <a:rPr lang="it-IT" sz="1400" err="1"/>
              <a:t>it</a:t>
            </a:r>
            <a:r>
              <a:rPr lang="it-IT" sz="1400"/>
              <a:t> </a:t>
            </a:r>
            <a:r>
              <a:rPr lang="it-IT" sz="1400" err="1"/>
              <a:t>cannot</a:t>
            </a:r>
            <a:r>
              <a:rPr lang="it-IT" sz="1400"/>
              <a:t> be </a:t>
            </a:r>
            <a:r>
              <a:rPr lang="it-IT" sz="1400" err="1"/>
              <a:t>analyzed</a:t>
            </a:r>
            <a:r>
              <a:rPr lang="it-IT" sz="1400"/>
              <a:t> in the </a:t>
            </a:r>
            <a:r>
              <a:rPr lang="it-IT" sz="1400" err="1"/>
              <a:t>Graph</a:t>
            </a:r>
            <a:endParaRPr lang="it-IT" sz="14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5F777A-AD89-A047-B8C2-F217ED33B3F4}"/>
              </a:ext>
            </a:extLst>
          </p:cNvPr>
          <p:cNvGrpSpPr/>
          <p:nvPr/>
        </p:nvGrpSpPr>
        <p:grpSpPr>
          <a:xfrm>
            <a:off x="4807841" y="1671893"/>
            <a:ext cx="3702870" cy="1964059"/>
            <a:chOff x="418721" y="1820163"/>
            <a:chExt cx="3702870" cy="163867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5173F39-A1E0-5356-2F9F-5E34D7D7AACE}"/>
                </a:ext>
              </a:extLst>
            </p:cNvPr>
            <p:cNvSpPr/>
            <p:nvPr/>
          </p:nvSpPr>
          <p:spPr>
            <a:xfrm>
              <a:off x="418721" y="1820163"/>
              <a:ext cx="3702867" cy="1638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1BEC027-1C2E-9ECA-41B2-F98651C545A2}"/>
                </a:ext>
              </a:extLst>
            </p:cNvPr>
            <p:cNvSpPr/>
            <p:nvPr/>
          </p:nvSpPr>
          <p:spPr>
            <a:xfrm rot="16200000">
              <a:off x="2215305" y="23580"/>
              <a:ext cx="109704" cy="3702869"/>
            </a:xfrm>
            <a:prstGeom prst="rect">
              <a:avLst/>
            </a:prstGeom>
            <a:solidFill>
              <a:srgbClr val="0088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65847E0-77C6-DE85-44DC-55DDCED47C8D}"/>
              </a:ext>
            </a:extLst>
          </p:cNvPr>
          <p:cNvSpPr txBox="1"/>
          <p:nvPr/>
        </p:nvSpPr>
        <p:spPr>
          <a:xfrm>
            <a:off x="4819158" y="1781597"/>
            <a:ext cx="3702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/>
              <a:t>Trade-off: Write </a:t>
            </a:r>
            <a:r>
              <a:rPr lang="it-IT" b="1" err="1"/>
              <a:t>Latency</a:t>
            </a:r>
            <a:endParaRPr lang="it-IT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329F80-B4EA-1B58-AEB4-7A548A9CB956}"/>
              </a:ext>
            </a:extLst>
          </p:cNvPr>
          <p:cNvSpPr txBox="1"/>
          <p:nvPr/>
        </p:nvSpPr>
        <p:spPr>
          <a:xfrm>
            <a:off x="4819158" y="2844139"/>
            <a:ext cx="36915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err="1"/>
              <a:t>Justification</a:t>
            </a:r>
            <a:r>
              <a:rPr lang="it-IT" sz="1400" b="1"/>
              <a:t>: </a:t>
            </a:r>
            <a:r>
              <a:rPr lang="it-IT" sz="1400"/>
              <a:t>The data </a:t>
            </a:r>
            <a:r>
              <a:rPr lang="it-IT" sz="1400" err="1"/>
              <a:t>velocity</a:t>
            </a:r>
            <a:r>
              <a:rPr lang="it-IT" sz="1400"/>
              <a:t> (DBLP/Semantic </a:t>
            </a:r>
            <a:r>
              <a:rPr lang="it-IT" sz="1400" err="1"/>
              <a:t>Scholar</a:t>
            </a:r>
            <a:r>
              <a:rPr lang="it-IT" sz="1400"/>
              <a:t> updates) </a:t>
            </a:r>
            <a:r>
              <a:rPr lang="it-IT" sz="1400" err="1"/>
              <a:t>is</a:t>
            </a:r>
            <a:r>
              <a:rPr lang="it-IT" sz="1400"/>
              <a:t> Batch/Low-Frequency.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ED90EA-9EF5-3D31-EF23-E3F9A6C44611}"/>
              </a:ext>
            </a:extLst>
          </p:cNvPr>
          <p:cNvSpPr txBox="1"/>
          <p:nvPr/>
        </p:nvSpPr>
        <p:spPr>
          <a:xfrm>
            <a:off x="4819158" y="2113286"/>
            <a:ext cx="3691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/>
              <a:t>Cost: </a:t>
            </a:r>
            <a:r>
              <a:rPr lang="it-IT" sz="1400" err="1"/>
              <a:t>Synchronous</a:t>
            </a:r>
            <a:r>
              <a:rPr lang="it-IT" sz="1400"/>
              <a:t> dual-</a:t>
            </a:r>
            <a:r>
              <a:rPr lang="it-IT" sz="1400" err="1"/>
              <a:t>writes</a:t>
            </a:r>
            <a:r>
              <a:rPr lang="it-IT" sz="1400"/>
              <a:t> introduce network </a:t>
            </a:r>
            <a:r>
              <a:rPr lang="it-IT" sz="1400" err="1"/>
              <a:t>latency</a:t>
            </a:r>
            <a:r>
              <a:rPr lang="it-IT" sz="1400"/>
              <a:t> (</a:t>
            </a:r>
            <a:r>
              <a:rPr lang="it-IT" sz="1400" err="1"/>
              <a:t>MongoDB</a:t>
            </a:r>
            <a:r>
              <a:rPr lang="it-IT" sz="1400"/>
              <a:t> Write + Neo4j Write + </a:t>
            </a:r>
            <a:r>
              <a:rPr lang="it-IT" sz="1400" err="1"/>
              <a:t>Ack</a:t>
            </a:r>
            <a:r>
              <a:rPr lang="it-IT" sz="1400"/>
              <a:t>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FB0E8E0-C016-2829-4DBD-FF854D5C9F70}"/>
              </a:ext>
            </a:extLst>
          </p:cNvPr>
          <p:cNvGrpSpPr/>
          <p:nvPr/>
        </p:nvGrpSpPr>
        <p:grpSpPr>
          <a:xfrm>
            <a:off x="2720568" y="3945857"/>
            <a:ext cx="3702870" cy="1964059"/>
            <a:chOff x="418721" y="1820163"/>
            <a:chExt cx="3702870" cy="163867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C727DA-CFC8-3AAA-6394-73234367BF40}"/>
                </a:ext>
              </a:extLst>
            </p:cNvPr>
            <p:cNvSpPr/>
            <p:nvPr/>
          </p:nvSpPr>
          <p:spPr>
            <a:xfrm>
              <a:off x="418721" y="1820163"/>
              <a:ext cx="3702867" cy="1638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712141B-A341-419F-BDE3-D8DE203B1C4F}"/>
                </a:ext>
              </a:extLst>
            </p:cNvPr>
            <p:cNvSpPr/>
            <p:nvPr/>
          </p:nvSpPr>
          <p:spPr>
            <a:xfrm rot="16200000">
              <a:off x="2215305" y="23580"/>
              <a:ext cx="109704" cy="3702869"/>
            </a:xfrm>
            <a:prstGeom prst="rect">
              <a:avLst/>
            </a:prstGeom>
            <a:solidFill>
              <a:srgbClr val="0088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5535B16-3BF0-C804-52F9-A938F23841A5}"/>
              </a:ext>
            </a:extLst>
          </p:cNvPr>
          <p:cNvSpPr txBox="1"/>
          <p:nvPr/>
        </p:nvSpPr>
        <p:spPr>
          <a:xfrm>
            <a:off x="2725096" y="4062125"/>
            <a:ext cx="3265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err="1"/>
              <a:t>Failure</a:t>
            </a:r>
            <a:r>
              <a:rPr lang="it-IT" b="1"/>
              <a:t> Mode: </a:t>
            </a:r>
            <a:r>
              <a:rPr lang="it-IT" sz="1800" b="1" err="1"/>
              <a:t>Fail</a:t>
            </a:r>
            <a:r>
              <a:rPr lang="it-IT" sz="1800" b="1"/>
              <a:t>-Safe Defaults</a:t>
            </a:r>
            <a:endParaRPr lang="it-IT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24CDFC-0604-76CB-6406-99808AB59182}"/>
              </a:ext>
            </a:extLst>
          </p:cNvPr>
          <p:cNvSpPr txBox="1"/>
          <p:nvPr/>
        </p:nvSpPr>
        <p:spPr>
          <a:xfrm>
            <a:off x="2720565" y="4425154"/>
            <a:ext cx="37028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err="1"/>
              <a:t>Behavior</a:t>
            </a:r>
            <a:r>
              <a:rPr lang="it-IT" sz="1400" b="1"/>
              <a:t>: </a:t>
            </a:r>
            <a:r>
              <a:rPr lang="it-IT" sz="1400" err="1"/>
              <a:t>If</a:t>
            </a:r>
            <a:r>
              <a:rPr lang="it-IT" sz="1400"/>
              <a:t> the </a:t>
            </a:r>
            <a:r>
              <a:rPr lang="it-IT" sz="1400" err="1"/>
              <a:t>Graph</a:t>
            </a:r>
            <a:r>
              <a:rPr lang="it-IT" sz="1400"/>
              <a:t> Database (Neo4j) </a:t>
            </a:r>
            <a:r>
              <a:rPr lang="it-IT" sz="1400" err="1"/>
              <a:t>is</a:t>
            </a:r>
            <a:r>
              <a:rPr lang="it-IT" sz="1400"/>
              <a:t> </a:t>
            </a:r>
            <a:r>
              <a:rPr lang="it-IT" sz="1400" err="1"/>
              <a:t>unreachable</a:t>
            </a:r>
            <a:r>
              <a:rPr lang="it-IT" sz="1400"/>
              <a:t>, the system </a:t>
            </a:r>
            <a:r>
              <a:rPr lang="it-IT" sz="1400" err="1"/>
              <a:t>rejects</a:t>
            </a:r>
            <a:r>
              <a:rPr lang="it-IT" sz="1400"/>
              <a:t> the </a:t>
            </a:r>
            <a:r>
              <a:rPr lang="it-IT" sz="1400" err="1"/>
              <a:t>write</a:t>
            </a:r>
            <a:r>
              <a:rPr lang="it-IT" sz="1400"/>
              <a:t> </a:t>
            </a:r>
            <a:r>
              <a:rPr lang="it-IT" sz="1400" err="1"/>
              <a:t>entirely</a:t>
            </a:r>
            <a:r>
              <a:rPr lang="it-IT" sz="140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A6F483-2135-3A03-76F3-A203626558D0}"/>
              </a:ext>
            </a:extLst>
          </p:cNvPr>
          <p:cNvSpPr txBox="1"/>
          <p:nvPr/>
        </p:nvSpPr>
        <p:spPr>
          <a:xfrm>
            <a:off x="2720565" y="5163818"/>
            <a:ext cx="37028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err="1"/>
              <a:t>Result</a:t>
            </a:r>
            <a:r>
              <a:rPr lang="it-IT" sz="1400" b="1"/>
              <a:t>: </a:t>
            </a:r>
            <a:r>
              <a:rPr lang="it-IT" sz="1400"/>
              <a:t>The system </a:t>
            </a:r>
            <a:r>
              <a:rPr lang="it-IT" sz="1400" err="1"/>
              <a:t>guarantees</a:t>
            </a:r>
            <a:r>
              <a:rPr lang="it-IT" sz="1400"/>
              <a:t> a </a:t>
            </a:r>
            <a:r>
              <a:rPr lang="it-IT" sz="1400" err="1"/>
              <a:t>clean</a:t>
            </a:r>
            <a:r>
              <a:rPr lang="it-IT" sz="1400"/>
              <a:t> state after recovery, </a:t>
            </a:r>
            <a:r>
              <a:rPr lang="it-IT" sz="1400" err="1"/>
              <a:t>requiring</a:t>
            </a:r>
            <a:r>
              <a:rPr lang="it-IT" sz="1400"/>
              <a:t> no </a:t>
            </a:r>
            <a:r>
              <a:rPr lang="it-IT" sz="1400" err="1"/>
              <a:t>manual</a:t>
            </a:r>
            <a:r>
              <a:rPr lang="it-IT" sz="1400"/>
              <a:t> </a:t>
            </a:r>
            <a:r>
              <a:rPr lang="it-IT" sz="1400" err="1"/>
              <a:t>reconciliation</a:t>
            </a:r>
            <a:r>
              <a:rPr lang="it-IT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3881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5567-7D0C-95F5-E2EA-AEB9C8EF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Testing and </a:t>
            </a:r>
            <a:r>
              <a:rPr lang="it-IT" err="1"/>
              <a:t>Validation</a:t>
            </a:r>
            <a:endParaRPr lang="it-I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12595-81E5-D0E7-1990-446C5D770C78}"/>
              </a:ext>
            </a:extLst>
          </p:cNvPr>
          <p:cNvSpPr txBox="1"/>
          <p:nvPr/>
        </p:nvSpPr>
        <p:spPr>
          <a:xfrm>
            <a:off x="199462" y="1361142"/>
            <a:ext cx="1451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/>
              <a:t>Testing </a:t>
            </a:r>
            <a:r>
              <a:rPr lang="it-IT" b="1" err="1"/>
              <a:t>Stack</a:t>
            </a:r>
            <a:endParaRPr lang="it-IT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D3801-8356-28E1-040C-6AE2276D2FB3}"/>
              </a:ext>
            </a:extLst>
          </p:cNvPr>
          <p:cNvSpPr txBox="1"/>
          <p:nvPr/>
        </p:nvSpPr>
        <p:spPr>
          <a:xfrm>
            <a:off x="160255" y="3525576"/>
            <a:ext cx="3642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err="1"/>
              <a:t>Continuous</a:t>
            </a:r>
            <a:r>
              <a:rPr lang="it-IT" b="1"/>
              <a:t> Integration (CI) Pipeline</a:t>
            </a:r>
          </a:p>
        </p:txBody>
      </p:sp>
      <p:pic>
        <p:nvPicPr>
          <p:cNvPr id="4098" name="Picture 2" descr="Junit SVG Icon — Free Junit PNG &amp; SVG Download">
            <a:extLst>
              <a:ext uri="{FF2B5EF4-FFF2-40B4-BE49-F238E27FC236}">
                <a16:creationId xmlns:a16="http://schemas.microsoft.com/office/drawing/2014/main" id="{7D1B2232-7DC1-CC68-3A56-E2460D283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962" y="146407"/>
            <a:ext cx="926472" cy="92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estcontainers · GitHub">
            <a:extLst>
              <a:ext uri="{FF2B5EF4-FFF2-40B4-BE49-F238E27FC236}">
                <a16:creationId xmlns:a16="http://schemas.microsoft.com/office/drawing/2014/main" id="{4B9E3418-3511-0E24-DA12-F134B277F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62" y="94457"/>
            <a:ext cx="1030372" cy="103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849E35-5D4C-EA3D-2CF8-561411E2D058}"/>
              </a:ext>
            </a:extLst>
          </p:cNvPr>
          <p:cNvSpPr txBox="1"/>
          <p:nvPr/>
        </p:nvSpPr>
        <p:spPr>
          <a:xfrm>
            <a:off x="4776223" y="1361142"/>
            <a:ext cx="1642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/>
              <a:t>Test </a:t>
            </a:r>
            <a:r>
              <a:rPr lang="it-IT" b="1" err="1"/>
              <a:t>Categories</a:t>
            </a:r>
            <a:endParaRPr lang="it-IT" b="1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081241-3880-6508-7030-C312861E75AA}"/>
              </a:ext>
            </a:extLst>
          </p:cNvPr>
          <p:cNvGrpSpPr/>
          <p:nvPr/>
        </p:nvGrpSpPr>
        <p:grpSpPr>
          <a:xfrm>
            <a:off x="232486" y="1845085"/>
            <a:ext cx="1190624" cy="472770"/>
            <a:chOff x="327661" y="1856273"/>
            <a:chExt cx="1190624" cy="45790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6431099-E3C0-B59D-EFF9-5D8A1F6F5915}"/>
                </a:ext>
              </a:extLst>
            </p:cNvPr>
            <p:cNvGrpSpPr/>
            <p:nvPr/>
          </p:nvGrpSpPr>
          <p:grpSpPr>
            <a:xfrm>
              <a:off x="327661" y="1856273"/>
              <a:ext cx="1190624" cy="457906"/>
              <a:chOff x="327661" y="1856273"/>
              <a:chExt cx="1190624" cy="457906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CD4924D-3519-5E19-5CE3-0F0CFEA5353B}"/>
                  </a:ext>
                </a:extLst>
              </p:cNvPr>
              <p:cNvSpPr/>
              <p:nvPr/>
            </p:nvSpPr>
            <p:spPr>
              <a:xfrm>
                <a:off x="327661" y="1856273"/>
                <a:ext cx="1190624" cy="457906"/>
              </a:xfrm>
              <a:prstGeom prst="roundRect">
                <a:avLst/>
              </a:prstGeom>
              <a:solidFill>
                <a:srgbClr val="CE544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/>
                  <a:t>JUnit 5</a:t>
                </a:r>
                <a:endParaRPr lang="it-IT"/>
              </a:p>
            </p:txBody>
          </p:sp>
          <p:sp>
            <p:nvSpPr>
              <p:cNvPr id="12" name="Hexagon 11">
                <a:extLst>
                  <a:ext uri="{FF2B5EF4-FFF2-40B4-BE49-F238E27FC236}">
                    <a16:creationId xmlns:a16="http://schemas.microsoft.com/office/drawing/2014/main" id="{542ECE33-1C40-1610-3FCE-F622ED1ADDCF}"/>
                  </a:ext>
                </a:extLst>
              </p:cNvPr>
              <p:cNvSpPr/>
              <p:nvPr/>
            </p:nvSpPr>
            <p:spPr>
              <a:xfrm rot="16200000">
                <a:off x="356658" y="1909449"/>
                <a:ext cx="379432" cy="361299"/>
              </a:xfrm>
              <a:prstGeom prst="hexag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pic>
          <p:nvPicPr>
            <p:cNvPr id="11" name="Picture 2" descr="Junit SVG Icon — Free Junit PNG &amp; SVG Download">
              <a:extLst>
                <a:ext uri="{FF2B5EF4-FFF2-40B4-BE49-F238E27FC236}">
                  <a16:creationId xmlns:a16="http://schemas.microsoft.com/office/drawing/2014/main" id="{FF2F6DF5-60CC-0A6A-7DED-A59D2E9077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924" y="1938776"/>
              <a:ext cx="292900" cy="29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0EC2D3-DA72-B1B1-916D-DC8B00A2B34E}"/>
              </a:ext>
            </a:extLst>
          </p:cNvPr>
          <p:cNvCxnSpPr>
            <a:cxnSpLocks/>
          </p:cNvCxnSpPr>
          <p:nvPr/>
        </p:nvCxnSpPr>
        <p:spPr>
          <a:xfrm>
            <a:off x="4578468" y="1354423"/>
            <a:ext cx="0" cy="1845977"/>
          </a:xfrm>
          <a:prstGeom prst="line">
            <a:avLst/>
          </a:prstGeom>
          <a:ln w="15875"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087900-3BE3-4A10-E2D6-3528F5A43243}"/>
              </a:ext>
            </a:extLst>
          </p:cNvPr>
          <p:cNvCxnSpPr>
            <a:cxnSpLocks/>
          </p:cNvCxnSpPr>
          <p:nvPr/>
        </p:nvCxnSpPr>
        <p:spPr>
          <a:xfrm>
            <a:off x="182741" y="3429000"/>
            <a:ext cx="8761797" cy="0"/>
          </a:xfrm>
          <a:prstGeom prst="line">
            <a:avLst/>
          </a:prstGeom>
          <a:ln w="15875"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Hexagon 25">
            <a:extLst>
              <a:ext uri="{FF2B5EF4-FFF2-40B4-BE49-F238E27FC236}">
                <a16:creationId xmlns:a16="http://schemas.microsoft.com/office/drawing/2014/main" id="{B050797A-E01C-4B33-F29D-18E6E16F7048}"/>
              </a:ext>
            </a:extLst>
          </p:cNvPr>
          <p:cNvSpPr/>
          <p:nvPr/>
        </p:nvSpPr>
        <p:spPr>
          <a:xfrm rot="16200000">
            <a:off x="1789218" y="1909449"/>
            <a:ext cx="379432" cy="361299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73AF04-436A-5B1D-AC98-B1619D24DDA6}"/>
              </a:ext>
            </a:extLst>
          </p:cNvPr>
          <p:cNvGrpSpPr/>
          <p:nvPr/>
        </p:nvGrpSpPr>
        <p:grpSpPr>
          <a:xfrm>
            <a:off x="1541356" y="1859949"/>
            <a:ext cx="1611629" cy="457906"/>
            <a:chOff x="1760220" y="1856273"/>
            <a:chExt cx="1611629" cy="45790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400431D-9565-91C7-97ED-70C842A4F23E}"/>
                </a:ext>
              </a:extLst>
            </p:cNvPr>
            <p:cNvSpPr/>
            <p:nvPr/>
          </p:nvSpPr>
          <p:spPr>
            <a:xfrm>
              <a:off x="1760220" y="1856273"/>
              <a:ext cx="1611629" cy="457906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400" err="1"/>
                <a:t>Testcontainers</a:t>
              </a:r>
              <a:endParaRPr lang="it-IT" sz="1400"/>
            </a:p>
          </p:txBody>
        </p:sp>
        <p:pic>
          <p:nvPicPr>
            <p:cNvPr id="33" name="Picture 4" descr="Testcontainers · GitHub">
              <a:extLst>
                <a:ext uri="{FF2B5EF4-FFF2-40B4-BE49-F238E27FC236}">
                  <a16:creationId xmlns:a16="http://schemas.microsoft.com/office/drawing/2014/main" id="{780EC7A0-A047-5538-039D-85D403ECD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8284" y="1912165"/>
              <a:ext cx="361300" cy="361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1617DCD-7C79-5D49-F7A1-76BAA78D8CB7}"/>
              </a:ext>
            </a:extLst>
          </p:cNvPr>
          <p:cNvGrpSpPr/>
          <p:nvPr/>
        </p:nvGrpSpPr>
        <p:grpSpPr>
          <a:xfrm>
            <a:off x="3270413" y="1858466"/>
            <a:ext cx="1234887" cy="457906"/>
            <a:chOff x="3086100" y="1856273"/>
            <a:chExt cx="1234887" cy="457906"/>
          </a:xfrm>
          <a:solidFill>
            <a:schemeClr val="accent3">
              <a:lumMod val="75000"/>
            </a:schemeClr>
          </a:solidFill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F346569-F9F6-2A86-A269-2EC63DA93DA7}"/>
                </a:ext>
              </a:extLst>
            </p:cNvPr>
            <p:cNvGrpSpPr/>
            <p:nvPr/>
          </p:nvGrpSpPr>
          <p:grpSpPr>
            <a:xfrm>
              <a:off x="3086100" y="1856273"/>
              <a:ext cx="1234887" cy="457906"/>
              <a:chOff x="3086100" y="1856273"/>
              <a:chExt cx="1234887" cy="457906"/>
            </a:xfrm>
            <a:grpFill/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AFA8A965-6604-938C-FD20-ABD58FF56316}"/>
                  </a:ext>
                </a:extLst>
              </p:cNvPr>
              <p:cNvSpPr/>
              <p:nvPr/>
            </p:nvSpPr>
            <p:spPr>
              <a:xfrm>
                <a:off x="3086100" y="1856273"/>
                <a:ext cx="1234887" cy="457906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600"/>
                  <a:t>Mockito</a:t>
                </a:r>
                <a:endParaRPr lang="it-IT" sz="1600"/>
              </a:p>
            </p:txBody>
          </p:sp>
          <p:sp>
            <p:nvSpPr>
              <p:cNvPr id="29" name="Hexagon 28">
                <a:extLst>
                  <a:ext uri="{FF2B5EF4-FFF2-40B4-BE49-F238E27FC236}">
                    <a16:creationId xmlns:a16="http://schemas.microsoft.com/office/drawing/2014/main" id="{6EA8C868-C25E-4F49-C282-A74BEBC91CB4}"/>
                  </a:ext>
                </a:extLst>
              </p:cNvPr>
              <p:cNvSpPr/>
              <p:nvPr/>
            </p:nvSpPr>
            <p:spPr>
              <a:xfrm rot="16200000">
                <a:off x="3115098" y="1909449"/>
                <a:ext cx="379432" cy="361299"/>
              </a:xfrm>
              <a:prstGeom prst="hexag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pic>
          <p:nvPicPr>
            <p:cNvPr id="4104" name="Picture 8" descr="Mockito Alternatives &amp; Competitors - SaaSHub">
              <a:extLst>
                <a:ext uri="{FF2B5EF4-FFF2-40B4-BE49-F238E27FC236}">
                  <a16:creationId xmlns:a16="http://schemas.microsoft.com/office/drawing/2014/main" id="{5FC9D667-2929-AAA0-95D3-D208D7C45F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51" t="7222" r="16153" b="1"/>
            <a:stretch>
              <a:fillRect/>
            </a:stretch>
          </p:blipFill>
          <p:spPr bwMode="auto">
            <a:xfrm>
              <a:off x="3210754" y="1961776"/>
              <a:ext cx="188119" cy="262077"/>
            </a:xfrm>
            <a:prstGeom prst="rect">
              <a:avLst/>
            </a:prstGeom>
            <a:grpFill/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1C2FC45-4197-AB30-5769-85B15C730374}"/>
              </a:ext>
            </a:extLst>
          </p:cNvPr>
          <p:cNvGrpSpPr/>
          <p:nvPr/>
        </p:nvGrpSpPr>
        <p:grpSpPr>
          <a:xfrm>
            <a:off x="232485" y="2558079"/>
            <a:ext cx="1278755" cy="457906"/>
            <a:chOff x="327660" y="1856273"/>
            <a:chExt cx="1278755" cy="457906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33BC12D-DB9F-06A6-9384-4640E1711F9E}"/>
                </a:ext>
              </a:extLst>
            </p:cNvPr>
            <p:cNvSpPr/>
            <p:nvPr/>
          </p:nvSpPr>
          <p:spPr>
            <a:xfrm>
              <a:off x="327660" y="1856273"/>
              <a:ext cx="1278755" cy="45790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err="1"/>
                <a:t>JaCoCo</a:t>
              </a:r>
              <a:endParaRPr lang="it-IT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FAA1866C-413E-01CB-FAC7-DD6F789B7258}"/>
                </a:ext>
              </a:extLst>
            </p:cNvPr>
            <p:cNvSpPr/>
            <p:nvPr/>
          </p:nvSpPr>
          <p:spPr>
            <a:xfrm rot="16200000">
              <a:off x="356658" y="1909449"/>
              <a:ext cx="379432" cy="36129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D774098-598D-9F95-B615-EF85793601B1}"/>
              </a:ext>
            </a:extLst>
          </p:cNvPr>
          <p:cNvGrpSpPr/>
          <p:nvPr/>
        </p:nvGrpSpPr>
        <p:grpSpPr>
          <a:xfrm>
            <a:off x="1716722" y="2558079"/>
            <a:ext cx="1328131" cy="457906"/>
            <a:chOff x="327660" y="1856273"/>
            <a:chExt cx="1328131" cy="457906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98F87BA-F0FE-5B6A-CF12-0E6F4FE37EC6}"/>
                </a:ext>
              </a:extLst>
            </p:cNvPr>
            <p:cNvSpPr/>
            <p:nvPr/>
          </p:nvSpPr>
          <p:spPr>
            <a:xfrm>
              <a:off x="327660" y="1856273"/>
              <a:ext cx="1328131" cy="457906"/>
            </a:xfrm>
            <a:prstGeom prst="roundRect">
              <a:avLst/>
            </a:prstGeom>
            <a:solidFill>
              <a:srgbClr val="F79646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/>
                <a:t>Spotless</a:t>
              </a:r>
              <a:endParaRPr lang="it-IT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6B6C961F-50B7-B8B6-F5C1-58CB2F79FAD7}"/>
                </a:ext>
              </a:extLst>
            </p:cNvPr>
            <p:cNvSpPr/>
            <p:nvPr/>
          </p:nvSpPr>
          <p:spPr>
            <a:xfrm rot="16200000">
              <a:off x="356658" y="1909449"/>
              <a:ext cx="379432" cy="36129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4106" name="Picture 10" descr="JaCoCo Logo - Integrate jacoco with maven">
            <a:extLst>
              <a:ext uri="{FF2B5EF4-FFF2-40B4-BE49-F238E27FC236}">
                <a16:creationId xmlns:a16="http://schemas.microsoft.com/office/drawing/2014/main" id="{C857D44B-196E-C342-DFE6-3A7BF2D23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65" y="2693022"/>
            <a:ext cx="311655" cy="19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6" descr="GitHub - diffplug/spotless: Keep your code spotless">
            <a:extLst>
              <a:ext uri="{FF2B5EF4-FFF2-40B4-BE49-F238E27FC236}">
                <a16:creationId xmlns:a16="http://schemas.microsoft.com/office/drawing/2014/main" id="{DEBFBBBE-A38F-4ABC-6717-FE08551CE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134" y="2628751"/>
            <a:ext cx="329886" cy="32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C668D72-752F-125D-A81E-8725A8760556}"/>
              </a:ext>
            </a:extLst>
          </p:cNvPr>
          <p:cNvSpPr/>
          <p:nvPr/>
        </p:nvSpPr>
        <p:spPr>
          <a:xfrm>
            <a:off x="4866931" y="2068084"/>
            <a:ext cx="1611628" cy="77733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Unit Tests</a:t>
            </a:r>
            <a:endParaRPr lang="it-IT" sz="200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03F62E1-8FF2-DA2B-583E-45F9B7E49FE7}"/>
              </a:ext>
            </a:extLst>
          </p:cNvPr>
          <p:cNvSpPr/>
          <p:nvPr/>
        </p:nvSpPr>
        <p:spPr>
          <a:xfrm>
            <a:off x="6977148" y="2071152"/>
            <a:ext cx="1611628" cy="777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Unit Tests</a:t>
            </a:r>
            <a:endParaRPr lang="it-IT" sz="200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9DD2A1F-F5E3-2484-86A4-7CF4B8E8BD7C}"/>
              </a:ext>
            </a:extLst>
          </p:cNvPr>
          <p:cNvCxnSpPr>
            <a:stCxn id="55" idx="3"/>
            <a:endCxn id="57" idx="1"/>
          </p:cNvCxnSpPr>
          <p:nvPr/>
        </p:nvCxnSpPr>
        <p:spPr>
          <a:xfrm>
            <a:off x="6478559" y="2456750"/>
            <a:ext cx="498589" cy="3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C02379F1-7858-AB14-C0D5-9EA9D420C2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492147"/>
              </p:ext>
            </p:extLst>
          </p:nvPr>
        </p:nvGraphicFramePr>
        <p:xfrm>
          <a:off x="925295" y="3909651"/>
          <a:ext cx="6857667" cy="1557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3DDD3792-E92D-E4BC-DDFD-B8CC55D45665}"/>
              </a:ext>
            </a:extLst>
          </p:cNvPr>
          <p:cNvSpPr txBox="1"/>
          <p:nvPr/>
        </p:nvSpPr>
        <p:spPr>
          <a:xfrm>
            <a:off x="393450" y="5339543"/>
            <a:ext cx="2722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err="1"/>
              <a:t>Runs</a:t>
            </a:r>
            <a:r>
              <a:rPr lang="it-IT" sz="1600"/>
              <a:t> </a:t>
            </a:r>
            <a:r>
              <a:rPr lang="it-IT" sz="1200" b="1" err="1">
                <a:latin typeface="Cascadia Code" panose="020B0609020000020004" pitchFamily="49" charset="0"/>
                <a:cs typeface="Cascadia Code" panose="020B0609020000020004" pitchFamily="49" charset="0"/>
              </a:rPr>
              <a:t>mvn</a:t>
            </a:r>
            <a:r>
              <a:rPr lang="it-IT" sz="1200" b="1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it-IT" sz="1200" b="1" err="1">
                <a:latin typeface="Cascadia Code" panose="020B0609020000020004" pitchFamily="49" charset="0"/>
                <a:cs typeface="Cascadia Code" panose="020B0609020000020004" pitchFamily="49" charset="0"/>
              </a:rPr>
              <a:t>spotless:check</a:t>
            </a:r>
            <a:r>
              <a:rPr lang="it-IT" sz="1200" b="1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it-IT" sz="1600"/>
              <a:t>to </a:t>
            </a:r>
            <a:r>
              <a:rPr lang="it-IT" sz="1600" err="1"/>
              <a:t>ensure</a:t>
            </a:r>
            <a:r>
              <a:rPr lang="it-IT" sz="1600"/>
              <a:t> code style compliance.</a:t>
            </a:r>
          </a:p>
        </p:txBody>
      </p:sp>
      <p:sp>
        <p:nvSpPr>
          <p:cNvPr id="4096" name="TextBox 4095">
            <a:extLst>
              <a:ext uri="{FF2B5EF4-FFF2-40B4-BE49-F238E27FC236}">
                <a16:creationId xmlns:a16="http://schemas.microsoft.com/office/drawing/2014/main" id="{9E91DACA-C3E1-FCA3-985A-8A6D2EEFD43B}"/>
              </a:ext>
            </a:extLst>
          </p:cNvPr>
          <p:cNvSpPr txBox="1"/>
          <p:nvPr/>
        </p:nvSpPr>
        <p:spPr>
          <a:xfrm>
            <a:off x="3270413" y="5339543"/>
            <a:ext cx="2274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err="1"/>
              <a:t>Compiles</a:t>
            </a:r>
            <a:r>
              <a:rPr lang="it-IT" sz="1600"/>
              <a:t> the code and </a:t>
            </a:r>
            <a:r>
              <a:rPr lang="it-IT" sz="1600" err="1"/>
              <a:t>runs</a:t>
            </a:r>
            <a:r>
              <a:rPr lang="it-IT" sz="1600"/>
              <a:t> the full test suite (</a:t>
            </a:r>
            <a:r>
              <a:rPr lang="it-IT" sz="1200" b="1" err="1">
                <a:latin typeface="Cascadia Code" panose="020B0609020000020004" pitchFamily="49" charset="0"/>
                <a:cs typeface="Cascadia Code" panose="020B0609020000020004" pitchFamily="49" charset="0"/>
              </a:rPr>
              <a:t>mvn</a:t>
            </a:r>
            <a:r>
              <a:rPr lang="it-IT" sz="1200" b="1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it-IT" sz="1200" b="1" err="1">
                <a:latin typeface="Cascadia Code" panose="020B0609020000020004" pitchFamily="49" charset="0"/>
                <a:cs typeface="Cascadia Code" panose="020B0609020000020004" pitchFamily="49" charset="0"/>
              </a:rPr>
              <a:t>clean</a:t>
            </a:r>
            <a:r>
              <a:rPr lang="it-IT" sz="1200" b="1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it-IT" sz="1200" b="1" err="1">
                <a:latin typeface="Cascadia Code" panose="020B0609020000020004" pitchFamily="49" charset="0"/>
                <a:cs typeface="Cascadia Code" panose="020B0609020000020004" pitchFamily="49" charset="0"/>
              </a:rPr>
              <a:t>verify</a:t>
            </a:r>
            <a:r>
              <a:rPr lang="it-IT" sz="1600"/>
              <a:t>).</a:t>
            </a:r>
          </a:p>
        </p:txBody>
      </p:sp>
      <p:sp>
        <p:nvSpPr>
          <p:cNvPr id="4099" name="TextBox 4098">
            <a:extLst>
              <a:ext uri="{FF2B5EF4-FFF2-40B4-BE49-F238E27FC236}">
                <a16:creationId xmlns:a16="http://schemas.microsoft.com/office/drawing/2014/main" id="{9157AB39-204C-004E-406D-FD98DD351BAD}"/>
              </a:ext>
            </a:extLst>
          </p:cNvPr>
          <p:cNvSpPr txBox="1"/>
          <p:nvPr/>
        </p:nvSpPr>
        <p:spPr>
          <a:xfrm>
            <a:off x="5672745" y="5339544"/>
            <a:ext cx="3366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/>
              <a:t>Uploads coverage reports to </a:t>
            </a:r>
            <a:r>
              <a:rPr lang="it-IT" sz="1600" err="1"/>
              <a:t>Codecov</a:t>
            </a:r>
            <a:r>
              <a:rPr lang="it-IT" sz="1600"/>
              <a:t> and </a:t>
            </a:r>
            <a:r>
              <a:rPr lang="it-IT" sz="1600" err="1"/>
              <a:t>performs</a:t>
            </a:r>
            <a:r>
              <a:rPr lang="it-IT" sz="1600"/>
              <a:t> </a:t>
            </a:r>
            <a:r>
              <a:rPr lang="it-IT" sz="1600" err="1"/>
              <a:t>static</a:t>
            </a:r>
            <a:r>
              <a:rPr lang="it-IT" sz="1600"/>
              <a:t> </a:t>
            </a:r>
            <a:r>
              <a:rPr lang="it-IT" sz="1600" err="1"/>
              <a:t>analysis</a:t>
            </a:r>
            <a:r>
              <a:rPr lang="it-IT" sz="1600"/>
              <a:t> via Sonar-Cloud to </a:t>
            </a:r>
            <a:r>
              <a:rPr lang="it-IT" sz="1600" err="1"/>
              <a:t>detect</a:t>
            </a:r>
            <a:r>
              <a:rPr lang="it-IT" sz="1600"/>
              <a:t> bugs and code </a:t>
            </a:r>
            <a:r>
              <a:rPr lang="it-IT" sz="1600" err="1"/>
              <a:t>smells</a:t>
            </a:r>
            <a:r>
              <a:rPr lang="it-IT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7341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6719C-05B2-C6C3-75F5-883D86530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BE99EA-3D68-8DA2-95B5-8D7F4654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Swagger UI REST APIs documentation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E4FC075-5408-9EDD-71C1-CD7109A9F4C7}"/>
              </a:ext>
            </a:extLst>
          </p:cNvPr>
          <p:cNvSpPr txBox="1"/>
          <p:nvPr/>
        </p:nvSpPr>
        <p:spPr>
          <a:xfrm>
            <a:off x="1592537" y="1222602"/>
            <a:ext cx="6171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Swagger</a:t>
            </a:r>
            <a:r>
              <a:rPr lang="it-IT"/>
              <a:t> doc url: http://10.1.1.80:8080/swagger-ui/index.html</a:t>
            </a:r>
          </a:p>
        </p:txBody>
      </p:sp>
      <p:pic>
        <p:nvPicPr>
          <p:cNvPr id="6" name="Immagine 5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D63112AE-EBD3-6098-B6C6-8375D8D98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65173"/>
            <a:ext cx="76200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30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0EAE9C-BE09-F630-7F14-28F670CC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Live demo with </a:t>
            </a:r>
            <a:r>
              <a:rPr lang="it-IT" err="1"/>
              <a:t>Postman</a:t>
            </a:r>
            <a:endParaRPr lang="it-IT"/>
          </a:p>
        </p:txBody>
      </p:sp>
      <p:pic>
        <p:nvPicPr>
          <p:cNvPr id="7" name="Immagine 6" descr="Immagine che contiene cerchio, Elementi grafici, design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9218327F-234A-888C-0074-A45A40580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213435"/>
            <a:ext cx="950976" cy="95097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78CB3B0-F9F2-3B7A-C489-9E047FC23A34}"/>
              </a:ext>
            </a:extLst>
          </p:cNvPr>
          <p:cNvSpPr txBox="1"/>
          <p:nvPr/>
        </p:nvSpPr>
        <p:spPr>
          <a:xfrm>
            <a:off x="3331410" y="1233093"/>
            <a:ext cx="246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>
                <a:hlinkClick r:id="rId3"/>
              </a:rPr>
              <a:t>Link </a:t>
            </a:r>
            <a:r>
              <a:rPr lang="it-IT" err="1">
                <a:hlinkClick r:id="rId3"/>
              </a:rPr>
              <a:t>postman</a:t>
            </a:r>
            <a:r>
              <a:rPr lang="it-IT">
                <a:hlinkClick r:id="rId3"/>
              </a:rPr>
              <a:t> </a:t>
            </a:r>
            <a:r>
              <a:rPr lang="it-IT" err="1">
                <a:hlinkClick r:id="rId3"/>
              </a:rPr>
              <a:t>collection</a:t>
            </a:r>
            <a:endParaRPr lang="it-IT"/>
          </a:p>
        </p:txBody>
      </p:sp>
      <p:pic>
        <p:nvPicPr>
          <p:cNvPr id="8" name="Immagine 7" descr="Immagine che contiene testo, software, Pagina Web, numero&#10;&#10;Il contenuto generato dall'IA potrebbe non essere corretto.">
            <a:extLst>
              <a:ext uri="{FF2B5EF4-FFF2-40B4-BE49-F238E27FC236}">
                <a16:creationId xmlns:a16="http://schemas.microsoft.com/office/drawing/2014/main" id="{2E794E1C-E42B-A06C-1CF6-DB407CA69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04" y="1785085"/>
            <a:ext cx="8518991" cy="366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611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2a8344-61eb-40a6-a8c2-c08ae08e811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69086EF7D52488EA43A8A8A8360F4" ma:contentTypeVersion="13" ma:contentTypeDescription="Create a new document." ma:contentTypeScope="" ma:versionID="ff5876f650151fe066230755b42f9c06">
  <xsd:schema xmlns:xsd="http://www.w3.org/2001/XMLSchema" xmlns:xs="http://www.w3.org/2001/XMLSchema" xmlns:p="http://schemas.microsoft.com/office/2006/metadata/properties" xmlns:ns3="1cccac05-8945-4243-ad93-da46993c86a2" xmlns:ns4="962a8344-61eb-40a6-a8c2-c08ae08e811e" targetNamespace="http://schemas.microsoft.com/office/2006/metadata/properties" ma:root="true" ma:fieldsID="11ef55bd2ad6bedd1e83eed10658d54d" ns3:_="" ns4:_="">
    <xsd:import namespace="1cccac05-8945-4243-ad93-da46993c86a2"/>
    <xsd:import namespace="962a8344-61eb-40a6-a8c2-c08ae08e811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cac05-8945-4243-ad93-da46993c86a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a8344-61eb-40a6-a8c2-c08ae08e81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152D90-51FB-41F2-965B-6609ADEA7A17}">
  <ds:schemaRefs>
    <ds:schemaRef ds:uri="1cccac05-8945-4243-ad93-da46993c86a2"/>
    <ds:schemaRef ds:uri="962a8344-61eb-40a6-a8c2-c08ae08e81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942B4BA-00E2-4C62-8931-59C7067DE6FD}">
  <ds:schemaRefs>
    <ds:schemaRef ds:uri="1cccac05-8945-4243-ad93-da46993c86a2"/>
    <ds:schemaRef ds:uri="962a8344-61eb-40a6-a8c2-c08ae08e81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DAD4263-B8B6-4B41-9115-119B7C04AE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37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Tema di Office</vt:lpstr>
      <vt:lpstr>Large-Scale and Multi-Structured Databases Nexus Scholar</vt:lpstr>
      <vt:lpstr>Application Highlights</vt:lpstr>
      <vt:lpstr>Actors (i)</vt:lpstr>
      <vt:lpstr>MockUps</vt:lpstr>
      <vt:lpstr>MockUps</vt:lpstr>
      <vt:lpstr>MockUps</vt:lpstr>
      <vt:lpstr>MockUps</vt:lpstr>
      <vt:lpstr>MockUps</vt:lpstr>
      <vt:lpstr>MockUps</vt:lpstr>
      <vt:lpstr>MockUps</vt:lpstr>
      <vt:lpstr>MockUps</vt:lpstr>
      <vt:lpstr>MockUps</vt:lpstr>
      <vt:lpstr>PowerPoint Presentation</vt:lpstr>
      <vt:lpstr>Dataset Description</vt:lpstr>
      <vt:lpstr>Dataset Pre-processing</vt:lpstr>
      <vt:lpstr>UML Design Class Diagram</vt:lpstr>
      <vt:lpstr>Application non-functional requirements</vt:lpstr>
      <vt:lpstr>Document DB Design</vt:lpstr>
      <vt:lpstr>Document DB Design</vt:lpstr>
      <vt:lpstr>Document DB Design</vt:lpstr>
      <vt:lpstr>Document DB Design</vt:lpstr>
      <vt:lpstr>MongoDB Replica Set Configuration</vt:lpstr>
      <vt:lpstr>MongoDB Indexes</vt:lpstr>
      <vt:lpstr>MongoDB Indexes</vt:lpstr>
      <vt:lpstr>Discussion on MongoDB Data Sharding</vt:lpstr>
      <vt:lpstr>Graph DB Design</vt:lpstr>
      <vt:lpstr>Graph DB Design</vt:lpstr>
      <vt:lpstr>Graph DB Design</vt:lpstr>
      <vt:lpstr>Graph DB Design</vt:lpstr>
      <vt:lpstr>Graph DB Design</vt:lpstr>
      <vt:lpstr>Neo4j Indexes</vt:lpstr>
      <vt:lpstr>Handling Intra-DB Consistency </vt:lpstr>
      <vt:lpstr>Implementation Details</vt:lpstr>
      <vt:lpstr>Design Justification</vt:lpstr>
      <vt:lpstr>Testing and Validation</vt:lpstr>
      <vt:lpstr>Swagger UI REST APIs documentation</vt:lpstr>
      <vt:lpstr>Live demo with Postman</vt:lpstr>
    </vt:vector>
  </TitlesOfParts>
  <Company>Università di Pisa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Scale and Non-Structured Databases The Database Revolutions</dc:title>
  <dc:creator>Francesco  Marcelloni</dc:creator>
  <cp:revision>1</cp:revision>
  <dcterms:created xsi:type="dcterms:W3CDTF">2019-07-02T09:26:30Z</dcterms:created>
  <dcterms:modified xsi:type="dcterms:W3CDTF">2026-01-16T08:29:49Z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0x0101002DB69086EF7D52488EA43A8A8A8360F4</vt:lpwstr>
  </property>
</Properties>
</file>