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63" r:id="rId7"/>
    <p:sldId id="264" r:id="rId8"/>
    <p:sldId id="266" r:id="rId9"/>
    <p:sldId id="258" r:id="rId10"/>
    <p:sldId id="259" r:id="rId11"/>
    <p:sldId id="260" r:id="rId12"/>
    <p:sldId id="262" r:id="rId13"/>
    <p:sldId id="267" r:id="rId14"/>
    <p:sldId id="268" r:id="rId15"/>
    <p:sldId id="265" r:id="rId16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B59"/>
    <a:srgbClr val="6DA5FF"/>
    <a:srgbClr val="7BD76F"/>
    <a:srgbClr val="A2E399"/>
    <a:srgbClr val="BCE7B9"/>
    <a:srgbClr val="FFD85D"/>
    <a:srgbClr val="DB9B99"/>
    <a:srgbClr val="FFE697"/>
    <a:srgbClr val="75D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02442-0668-E0A9-5639-03F90501D487}" v="7" dt="2025-12-13T10:16:55.849"/>
    <p1510:client id="{FB2E0FD2-1D41-475D-AF98-C00D6415FEDC}" v="8" dt="2025-12-13T10:19:30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Giannini" userId="S::l.giannini23@studenti.unipi.it::3b5890e9-265d-4cc1-b172-60dfb5c10888" providerId="AD" clId="Web-{B731D10E-4EDD-B046-BA30-FD6FFEB04AFE}"/>
    <pc:docChg chg="modSld">
      <pc:chgData name="Luca Giannini" userId="S::l.giannini23@studenti.unipi.it::3b5890e9-265d-4cc1-b172-60dfb5c10888" providerId="AD" clId="Web-{B731D10E-4EDD-B046-BA30-FD6FFEB04AFE}" dt="2025-11-15T10:03:59.520" v="49" actId="20577"/>
      <pc:docMkLst>
        <pc:docMk/>
      </pc:docMkLst>
      <pc:sldChg chg="modSp">
        <pc:chgData name="Luca Giannini" userId="S::l.giannini23@studenti.unipi.it::3b5890e9-265d-4cc1-b172-60dfb5c10888" providerId="AD" clId="Web-{B731D10E-4EDD-B046-BA30-FD6FFEB04AFE}" dt="2025-11-15T10:03:59.520" v="49" actId="20577"/>
        <pc:sldMkLst>
          <pc:docMk/>
          <pc:sldMk cId="1042111262" sldId="257"/>
        </pc:sldMkLst>
        <pc:spChg chg="mod">
          <ac:chgData name="Luca Giannini" userId="S::l.giannini23@studenti.unipi.it::3b5890e9-265d-4cc1-b172-60dfb5c10888" providerId="AD" clId="Web-{B731D10E-4EDD-B046-BA30-FD6FFEB04AFE}" dt="2025-11-15T10:03:59.520" v="49" actId="20577"/>
          <ac:spMkLst>
            <pc:docMk/>
            <pc:sldMk cId="1042111262" sldId="257"/>
            <ac:spMk id="3" creationId="{A701C8F0-FB4C-4E4E-804F-9EE05D7441C4}"/>
          </ac:spMkLst>
        </pc:spChg>
      </pc:sldChg>
    </pc:docChg>
  </pc:docChgLst>
  <pc:docChgLst>
    <pc:chgData name="Daniele Congiusti" userId="c88fb9be-8474-4256-ab2a-d4535eda7527" providerId="ADAL" clId="{1B4D901A-C564-4F46-A35A-3A5217824CC2}"/>
    <pc:docChg chg="undo custSel addSld modSld">
      <pc:chgData name="Daniele Congiusti" userId="c88fb9be-8474-4256-ab2a-d4535eda7527" providerId="ADAL" clId="{1B4D901A-C564-4F46-A35A-3A5217824CC2}" dt="2025-12-05T11:45:47.719" v="2655" actId="6549"/>
      <pc:docMkLst>
        <pc:docMk/>
      </pc:docMkLst>
      <pc:sldChg chg="modSp mod modNotesTx">
        <pc:chgData name="Daniele Congiusti" userId="c88fb9be-8474-4256-ab2a-d4535eda7527" providerId="ADAL" clId="{1B4D901A-C564-4F46-A35A-3A5217824CC2}" dt="2025-11-27T08:08:52.074" v="2227" actId="115"/>
        <pc:sldMkLst>
          <pc:docMk/>
          <pc:sldMk cId="1042111262" sldId="257"/>
        </pc:sldMkLst>
        <pc:spChg chg="mod">
          <ac:chgData name="Daniele Congiusti" userId="c88fb9be-8474-4256-ab2a-d4535eda7527" providerId="ADAL" clId="{1B4D901A-C564-4F46-A35A-3A5217824CC2}" dt="2025-11-27T08:08:52.074" v="2227" actId="115"/>
          <ac:spMkLst>
            <pc:docMk/>
            <pc:sldMk cId="1042111262" sldId="257"/>
            <ac:spMk id="3" creationId="{A701C8F0-FB4C-4E4E-804F-9EE05D7441C4}"/>
          </ac:spMkLst>
        </pc:spChg>
      </pc:sldChg>
      <pc:sldChg chg="addSp delSp modSp mod">
        <pc:chgData name="Daniele Congiusti" userId="c88fb9be-8474-4256-ab2a-d4535eda7527" providerId="ADAL" clId="{1B4D901A-C564-4F46-A35A-3A5217824CC2}" dt="2025-11-15T11:15:34.371" v="1432" actId="1076"/>
        <pc:sldMkLst>
          <pc:docMk/>
          <pc:sldMk cId="1056679543" sldId="258"/>
        </pc:sldMkLst>
        <pc:spChg chg="mod">
          <ac:chgData name="Daniele Congiusti" userId="c88fb9be-8474-4256-ab2a-d4535eda7527" providerId="ADAL" clId="{1B4D901A-C564-4F46-A35A-3A5217824CC2}" dt="2025-11-15T11:15:07.473" v="1429" actId="20577"/>
          <ac:spMkLst>
            <pc:docMk/>
            <pc:sldMk cId="1056679543" sldId="258"/>
            <ac:spMk id="3" creationId="{068E8217-0879-6045-A028-80534F620714}"/>
          </ac:spMkLst>
        </pc:spChg>
        <pc:spChg chg="add mod">
          <ac:chgData name="Daniele Congiusti" userId="c88fb9be-8474-4256-ab2a-d4535eda7527" providerId="ADAL" clId="{1B4D901A-C564-4F46-A35A-3A5217824CC2}" dt="2025-11-15T11:15:11.973" v="1430" actId="1076"/>
          <ac:spMkLst>
            <pc:docMk/>
            <pc:sldMk cId="1056679543" sldId="258"/>
            <ac:spMk id="4" creationId="{DAC21024-7CF2-9B7E-BBE4-FB1747BFC1B4}"/>
          </ac:spMkLst>
        </pc:spChg>
        <pc:spChg chg="add mod">
          <ac:chgData name="Daniele Congiusti" userId="c88fb9be-8474-4256-ab2a-d4535eda7527" providerId="ADAL" clId="{1B4D901A-C564-4F46-A35A-3A5217824CC2}" dt="2025-11-15T11:15:14.650" v="1431" actId="1076"/>
          <ac:spMkLst>
            <pc:docMk/>
            <pc:sldMk cId="1056679543" sldId="258"/>
            <ac:spMk id="7" creationId="{98C7287A-DE2C-66A6-5E4C-531E344DCB7D}"/>
          </ac:spMkLst>
        </pc:spChg>
        <pc:picChg chg="mod">
          <ac:chgData name="Daniele Congiusti" userId="c88fb9be-8474-4256-ab2a-d4535eda7527" providerId="ADAL" clId="{1B4D901A-C564-4F46-A35A-3A5217824CC2}" dt="2025-11-15T11:15:34.371" v="1432" actId="1076"/>
          <ac:picMkLst>
            <pc:docMk/>
            <pc:sldMk cId="1056679543" sldId="258"/>
            <ac:picMk id="1026" creationId="{20B5F149-C58D-9392-F431-A38E9B3FB6AB}"/>
          </ac:picMkLst>
        </pc:picChg>
      </pc:sldChg>
      <pc:sldChg chg="addSp delSp modSp mod">
        <pc:chgData name="Daniele Congiusti" userId="c88fb9be-8474-4256-ab2a-d4535eda7527" providerId="ADAL" clId="{1B4D901A-C564-4F46-A35A-3A5217824CC2}" dt="2025-12-03T09:22:52.390" v="2554" actId="1076"/>
        <pc:sldMkLst>
          <pc:docMk/>
          <pc:sldMk cId="773792551" sldId="259"/>
        </pc:sldMkLst>
        <pc:picChg chg="mod">
          <ac:chgData name="Daniele Congiusti" userId="c88fb9be-8474-4256-ab2a-d4535eda7527" providerId="ADAL" clId="{1B4D901A-C564-4F46-A35A-3A5217824CC2}" dt="2025-12-03T09:22:52.390" v="2554" actId="1076"/>
          <ac:picMkLst>
            <pc:docMk/>
            <pc:sldMk cId="773792551" sldId="259"/>
            <ac:picMk id="4" creationId="{1EA4CA80-2FD8-DFBA-9C36-7C9EBECCCF46}"/>
          </ac:picMkLst>
        </pc:picChg>
      </pc:sldChg>
      <pc:sldChg chg="addSp modSp mod modNotesTx">
        <pc:chgData name="Daniele Congiusti" userId="c88fb9be-8474-4256-ab2a-d4535eda7527" providerId="ADAL" clId="{1B4D901A-C564-4F46-A35A-3A5217824CC2}" dt="2025-12-05T11:45:47.719" v="2655" actId="6549"/>
        <pc:sldMkLst>
          <pc:docMk/>
          <pc:sldMk cId="877565826" sldId="260"/>
        </pc:sldMkLst>
        <pc:spChg chg="mod">
          <ac:chgData name="Daniele Congiusti" userId="c88fb9be-8474-4256-ab2a-d4535eda7527" providerId="ADAL" clId="{1B4D901A-C564-4F46-A35A-3A5217824CC2}" dt="2025-12-05T09:58:50.918" v="2575" actId="21"/>
          <ac:spMkLst>
            <pc:docMk/>
            <pc:sldMk cId="877565826" sldId="260"/>
            <ac:spMk id="3" creationId="{EACFDDDE-7C48-D314-60A3-49ADC540D82F}"/>
          </ac:spMkLst>
        </pc:spChg>
        <pc:spChg chg="add mod">
          <ac:chgData name="Daniele Congiusti" userId="c88fb9be-8474-4256-ab2a-d4535eda7527" providerId="ADAL" clId="{1B4D901A-C564-4F46-A35A-3A5217824CC2}" dt="2025-12-05T11:05:45.887" v="2619" actId="20577"/>
          <ac:spMkLst>
            <pc:docMk/>
            <pc:sldMk cId="877565826" sldId="260"/>
            <ac:spMk id="4" creationId="{D6390E80-5F35-0D26-2CAE-49B4C6A93CD8}"/>
          </ac:spMkLst>
        </pc:spChg>
      </pc:sldChg>
      <pc:sldChg chg="addSp delSp modSp mod">
        <pc:chgData name="Daniele Congiusti" userId="c88fb9be-8474-4256-ab2a-d4535eda7527" providerId="ADAL" clId="{1B4D901A-C564-4F46-A35A-3A5217824CC2}" dt="2025-12-05T09:58:30.819" v="2566" actId="20577"/>
        <pc:sldMkLst>
          <pc:docMk/>
          <pc:sldMk cId="1127430590" sldId="262"/>
        </pc:sldMkLst>
        <pc:spChg chg="mod">
          <ac:chgData name="Daniele Congiusti" userId="c88fb9be-8474-4256-ab2a-d4535eda7527" providerId="ADAL" clId="{1B4D901A-C564-4F46-A35A-3A5217824CC2}" dt="2025-12-03T08:34:26.037" v="2425" actId="948"/>
          <ac:spMkLst>
            <pc:docMk/>
            <pc:sldMk cId="1127430590" sldId="262"/>
            <ac:spMk id="3" creationId="{EFC5B629-449B-CCE7-ABFD-1228AD6ABB12}"/>
          </ac:spMkLst>
        </pc:spChg>
        <pc:spChg chg="add mod">
          <ac:chgData name="Daniele Congiusti" userId="c88fb9be-8474-4256-ab2a-d4535eda7527" providerId="ADAL" clId="{1B4D901A-C564-4F46-A35A-3A5217824CC2}" dt="2025-12-05T09:58:30.819" v="2566" actId="20577"/>
          <ac:spMkLst>
            <pc:docMk/>
            <pc:sldMk cId="1127430590" sldId="262"/>
            <ac:spMk id="4" creationId="{FCF9D0F2-6129-EB9A-DE28-0B0B8E317EF4}"/>
          </ac:spMkLst>
        </pc:spChg>
      </pc:sldChg>
      <pc:sldChg chg="addSp delSp modSp mod">
        <pc:chgData name="Daniele Congiusti" userId="c88fb9be-8474-4256-ab2a-d4535eda7527" providerId="ADAL" clId="{1B4D901A-C564-4F46-A35A-3A5217824CC2}" dt="2025-12-02T14:16:52.062" v="2339" actId="20577"/>
        <pc:sldMkLst>
          <pc:docMk/>
          <pc:sldMk cId="710998634" sldId="263"/>
        </pc:sldMkLst>
        <pc:spChg chg="mod">
          <ac:chgData name="Daniele Congiusti" userId="c88fb9be-8474-4256-ab2a-d4535eda7527" providerId="ADAL" clId="{1B4D901A-C564-4F46-A35A-3A5217824CC2}" dt="2025-11-15T10:35:36.637" v="535" actId="20577"/>
          <ac:spMkLst>
            <pc:docMk/>
            <pc:sldMk cId="710998634" sldId="263"/>
            <ac:spMk id="2" creationId="{E11D8A20-7DC5-3042-A86D-62CF3361ACA7}"/>
          </ac:spMkLst>
        </pc:spChg>
        <pc:spChg chg="add mod">
          <ac:chgData name="Daniele Congiusti" userId="c88fb9be-8474-4256-ab2a-d4535eda7527" providerId="ADAL" clId="{1B4D901A-C564-4F46-A35A-3A5217824CC2}" dt="2025-11-15T10:40:00.569" v="847" actId="14100"/>
          <ac:spMkLst>
            <pc:docMk/>
            <pc:sldMk cId="710998634" sldId="263"/>
            <ac:spMk id="5" creationId="{1395EDBD-4FA3-AC49-63F0-3229B03C715E}"/>
          </ac:spMkLst>
        </pc:spChg>
        <pc:spChg chg="add mod">
          <ac:chgData name="Daniele Congiusti" userId="c88fb9be-8474-4256-ab2a-d4535eda7527" providerId="ADAL" clId="{1B4D901A-C564-4F46-A35A-3A5217824CC2}" dt="2025-12-02T14:16:52.062" v="2339" actId="20577"/>
          <ac:spMkLst>
            <pc:docMk/>
            <pc:sldMk cId="710998634" sldId="263"/>
            <ac:spMk id="6" creationId="{1DF311F1-FA09-76AD-35B2-DB9E9673BACA}"/>
          </ac:spMkLst>
        </pc:spChg>
        <pc:spChg chg="add mod">
          <ac:chgData name="Daniele Congiusti" userId="c88fb9be-8474-4256-ab2a-d4535eda7527" providerId="ADAL" clId="{1B4D901A-C564-4F46-A35A-3A5217824CC2}" dt="2025-11-15T10:36:16.568" v="539" actId="14100"/>
          <ac:spMkLst>
            <pc:docMk/>
            <pc:sldMk cId="710998634" sldId="263"/>
            <ac:spMk id="7" creationId="{6B83E811-0644-4D95-C3F5-88EE786CA171}"/>
          </ac:spMkLst>
        </pc:spChg>
        <pc:spChg chg="add mod">
          <ac:chgData name="Daniele Congiusti" userId="c88fb9be-8474-4256-ab2a-d4535eda7527" providerId="ADAL" clId="{1B4D901A-C564-4F46-A35A-3A5217824CC2}" dt="2025-11-15T11:06:16.613" v="1227" actId="207"/>
          <ac:spMkLst>
            <pc:docMk/>
            <pc:sldMk cId="710998634" sldId="263"/>
            <ac:spMk id="8" creationId="{CD0A7542-CEA2-45A9-D89A-B99CC6A8A84D}"/>
          </ac:spMkLst>
        </pc:spChg>
        <pc:spChg chg="add mod">
          <ac:chgData name="Daniele Congiusti" userId="c88fb9be-8474-4256-ab2a-d4535eda7527" providerId="ADAL" clId="{1B4D901A-C564-4F46-A35A-3A5217824CC2}" dt="2025-11-15T10:36:22.080" v="541" actId="14100"/>
          <ac:spMkLst>
            <pc:docMk/>
            <pc:sldMk cId="710998634" sldId="263"/>
            <ac:spMk id="9" creationId="{55A009CE-900B-E494-88CE-627CC99EC582}"/>
          </ac:spMkLst>
        </pc:spChg>
        <pc:spChg chg="add mod">
          <ac:chgData name="Daniele Congiusti" userId="c88fb9be-8474-4256-ab2a-d4535eda7527" providerId="ADAL" clId="{1B4D901A-C564-4F46-A35A-3A5217824CC2}" dt="2025-11-15T11:05:46.128" v="1213" actId="207"/>
          <ac:spMkLst>
            <pc:docMk/>
            <pc:sldMk cId="710998634" sldId="263"/>
            <ac:spMk id="10" creationId="{6D5CE08B-0F39-6E03-85B8-48766868A770}"/>
          </ac:spMkLst>
        </pc:spChg>
        <pc:spChg chg="add mod">
          <ac:chgData name="Daniele Congiusti" userId="c88fb9be-8474-4256-ab2a-d4535eda7527" providerId="ADAL" clId="{1B4D901A-C564-4F46-A35A-3A5217824CC2}" dt="2025-11-15T10:34:48.793" v="534" actId="1076"/>
          <ac:spMkLst>
            <pc:docMk/>
            <pc:sldMk cId="710998634" sldId="263"/>
            <ac:spMk id="27" creationId="{044CB743-D8BC-A150-3838-041764DC07CB}"/>
          </ac:spMkLst>
        </pc:spChg>
        <pc:spChg chg="add mod">
          <ac:chgData name="Daniele Congiusti" userId="c88fb9be-8474-4256-ab2a-d4535eda7527" providerId="ADAL" clId="{1B4D901A-C564-4F46-A35A-3A5217824CC2}" dt="2025-11-15T10:34:46.228" v="533" actId="1076"/>
          <ac:spMkLst>
            <pc:docMk/>
            <pc:sldMk cId="710998634" sldId="263"/>
            <ac:spMk id="28" creationId="{3E062D25-B1BB-5095-E7E7-8D3FCEB04FD2}"/>
          </ac:spMkLst>
        </pc:spChg>
        <pc:spChg chg="add mod">
          <ac:chgData name="Daniele Congiusti" userId="c88fb9be-8474-4256-ab2a-d4535eda7527" providerId="ADAL" clId="{1B4D901A-C564-4F46-A35A-3A5217824CC2}" dt="2025-11-15T10:34:43.416" v="532" actId="1076"/>
          <ac:spMkLst>
            <pc:docMk/>
            <pc:sldMk cId="710998634" sldId="263"/>
            <ac:spMk id="29" creationId="{32E731DD-8A23-9B3D-5438-998A7E449AEC}"/>
          </ac:spMkLst>
        </pc:spChg>
        <pc:picChg chg="add mod">
          <ac:chgData name="Daniele Congiusti" userId="c88fb9be-8474-4256-ab2a-d4535eda7527" providerId="ADAL" clId="{1B4D901A-C564-4F46-A35A-3A5217824CC2}" dt="2025-11-15T10:33:22.257" v="475" actId="1076"/>
          <ac:picMkLst>
            <pc:docMk/>
            <pc:sldMk cId="710998634" sldId="263"/>
            <ac:picMk id="22" creationId="{BD5CC37E-3833-6C0B-DCBC-B893A7C0F81C}"/>
          </ac:picMkLst>
        </pc:picChg>
        <pc:picChg chg="add mod">
          <ac:chgData name="Daniele Congiusti" userId="c88fb9be-8474-4256-ab2a-d4535eda7527" providerId="ADAL" clId="{1B4D901A-C564-4F46-A35A-3A5217824CC2}" dt="2025-11-15T10:33:13.055" v="473" actId="1076"/>
          <ac:picMkLst>
            <pc:docMk/>
            <pc:sldMk cId="710998634" sldId="263"/>
            <ac:picMk id="25" creationId="{A5E07B16-6BCA-4D55-4FAC-6FC688390455}"/>
          </ac:picMkLst>
        </pc:picChg>
        <pc:picChg chg="add mod">
          <ac:chgData name="Daniele Congiusti" userId="c88fb9be-8474-4256-ab2a-d4535eda7527" providerId="ADAL" clId="{1B4D901A-C564-4F46-A35A-3A5217824CC2}" dt="2025-11-15T10:33:19.087" v="474" actId="1076"/>
          <ac:picMkLst>
            <pc:docMk/>
            <pc:sldMk cId="710998634" sldId="263"/>
            <ac:picMk id="26" creationId="{4473BB1A-1C2E-608F-7EFD-F4DF450AB99C}"/>
          </ac:picMkLst>
        </pc:picChg>
      </pc:sldChg>
      <pc:sldChg chg="modSp mod modShow">
        <pc:chgData name="Daniele Congiusti" userId="c88fb9be-8474-4256-ab2a-d4535eda7527" providerId="ADAL" clId="{1B4D901A-C564-4F46-A35A-3A5217824CC2}" dt="2025-12-05T09:59:02.525" v="2579"/>
        <pc:sldMkLst>
          <pc:docMk/>
          <pc:sldMk cId="529996326" sldId="265"/>
        </pc:sldMkLst>
        <pc:spChg chg="mod">
          <ac:chgData name="Daniele Congiusti" userId="c88fb9be-8474-4256-ab2a-d4535eda7527" providerId="ADAL" clId="{1B4D901A-C564-4F46-A35A-3A5217824CC2}" dt="2025-11-15T11:26:28.466" v="1474" actId="20577"/>
          <ac:spMkLst>
            <pc:docMk/>
            <pc:sldMk cId="529996326" sldId="265"/>
            <ac:spMk id="2" creationId="{30BCBB32-6C4A-9F54-D14E-6DD45BCAA99F}"/>
          </ac:spMkLst>
        </pc:spChg>
        <pc:spChg chg="mod">
          <ac:chgData name="Daniele Congiusti" userId="c88fb9be-8474-4256-ab2a-d4535eda7527" providerId="ADAL" clId="{1B4D901A-C564-4F46-A35A-3A5217824CC2}" dt="2025-12-05T09:59:02.525" v="2579"/>
          <ac:spMkLst>
            <pc:docMk/>
            <pc:sldMk cId="529996326" sldId="265"/>
            <ac:spMk id="4" creationId="{FD3381ED-1F16-5A6D-D94C-FA53DC456279}"/>
          </ac:spMkLst>
        </pc:spChg>
      </pc:sldChg>
      <pc:sldChg chg="modSp new mod">
        <pc:chgData name="Daniele Congiusti" userId="c88fb9be-8474-4256-ab2a-d4535eda7527" providerId="ADAL" clId="{1B4D901A-C564-4F46-A35A-3A5217824CC2}" dt="2025-12-03T08:48:14.893" v="2540" actId="20577"/>
        <pc:sldMkLst>
          <pc:docMk/>
          <pc:sldMk cId="2899575069" sldId="267"/>
        </pc:sldMkLst>
        <pc:spChg chg="mod">
          <ac:chgData name="Daniele Congiusti" userId="c88fb9be-8474-4256-ab2a-d4535eda7527" providerId="ADAL" clId="{1B4D901A-C564-4F46-A35A-3A5217824CC2}" dt="2025-12-03T08:48:14.893" v="2540" actId="20577"/>
          <ac:spMkLst>
            <pc:docMk/>
            <pc:sldMk cId="2899575069" sldId="267"/>
            <ac:spMk id="2" creationId="{B460DF31-E7E2-18DA-69D9-D7849BA87B4B}"/>
          </ac:spMkLst>
        </pc:spChg>
      </pc:sldChg>
    </pc:docChg>
  </pc:docChgLst>
  <pc:docChgLst>
    <pc:chgData name="Luca Giannini" userId="S::l.giannini23@studenti.unipi.it::3b5890e9-265d-4cc1-b172-60dfb5c10888" providerId="AD" clId="Web-{18702442-0668-E0A9-5639-03F90501D487}"/>
    <pc:docChg chg="modSld">
      <pc:chgData name="Luca Giannini" userId="S::l.giannini23@studenti.unipi.it::3b5890e9-265d-4cc1-b172-60dfb5c10888" providerId="AD" clId="Web-{18702442-0668-E0A9-5639-03F90501D487}" dt="2025-12-13T08:26:09.412" v="4" actId="20577"/>
      <pc:docMkLst>
        <pc:docMk/>
      </pc:docMkLst>
      <pc:sldChg chg="modSp">
        <pc:chgData name="Luca Giannini" userId="S::l.giannini23@studenti.unipi.it::3b5890e9-265d-4cc1-b172-60dfb5c10888" providerId="AD" clId="Web-{18702442-0668-E0A9-5639-03F90501D487}" dt="2025-12-13T08:26:09.412" v="4" actId="20577"/>
        <pc:sldMkLst>
          <pc:docMk/>
          <pc:sldMk cId="1127430590" sldId="262"/>
        </pc:sldMkLst>
        <pc:spChg chg="mod">
          <ac:chgData name="Luca Giannini" userId="S::l.giannini23@studenti.unipi.it::3b5890e9-265d-4cc1-b172-60dfb5c10888" providerId="AD" clId="Web-{18702442-0668-E0A9-5639-03F90501D487}" dt="2025-12-13T08:26:09.412" v="4" actId="20577"/>
          <ac:spMkLst>
            <pc:docMk/>
            <pc:sldMk cId="1127430590" sldId="262"/>
            <ac:spMk id="3" creationId="{EFC5B629-449B-CCE7-ABFD-1228AD6ABB12}"/>
          </ac:spMkLst>
        </pc:spChg>
      </pc:sldChg>
    </pc:docChg>
  </pc:docChgLst>
  <pc:docChgLst>
    <pc:chgData name="Andrea Covelli" userId="5c0ff078-77f1-4bc0-8084-d8826ed65d09" providerId="ADAL" clId="{87B5FA51-AC8F-4924-8D58-229C8CD6E754}"/>
    <pc:docChg chg="undo redo custSel addSld delSld modSld">
      <pc:chgData name="Andrea Covelli" userId="5c0ff078-77f1-4bc0-8084-d8826ed65d09" providerId="ADAL" clId="{87B5FA51-AC8F-4924-8D58-229C8CD6E754}" dt="2025-12-13T10:19:30.797" v="491" actId="478"/>
      <pc:docMkLst>
        <pc:docMk/>
      </pc:docMkLst>
      <pc:sldChg chg="addSp delSp modSp mod">
        <pc:chgData name="Andrea Covelli" userId="5c0ff078-77f1-4bc0-8084-d8826ed65d09" providerId="ADAL" clId="{87B5FA51-AC8F-4924-8D58-229C8CD6E754}" dt="2025-12-13T10:19:30.797" v="491" actId="478"/>
        <pc:sldMkLst>
          <pc:docMk/>
          <pc:sldMk cId="1621469791" sldId="256"/>
        </pc:sldMkLst>
        <pc:picChg chg="add del mod">
          <ac:chgData name="Andrea Covelli" userId="5c0ff078-77f1-4bc0-8084-d8826ed65d09" providerId="ADAL" clId="{87B5FA51-AC8F-4924-8D58-229C8CD6E754}" dt="2025-12-13T10:19:30.797" v="491" actId="478"/>
          <ac:picMkLst>
            <pc:docMk/>
            <pc:sldMk cId="1621469791" sldId="256"/>
            <ac:picMk id="5" creationId="{BBD1E9E6-C365-D6C8-9DBD-5EABAEC8D387}"/>
          </ac:picMkLst>
        </pc:picChg>
      </pc:sldChg>
      <pc:sldChg chg="modSp mod">
        <pc:chgData name="Andrea Covelli" userId="5c0ff078-77f1-4bc0-8084-d8826ed65d09" providerId="ADAL" clId="{87B5FA51-AC8F-4924-8D58-229C8CD6E754}" dt="2025-11-27T08:16:22.091" v="372" actId="20577"/>
        <pc:sldMkLst>
          <pc:docMk/>
          <pc:sldMk cId="1042111262" sldId="257"/>
        </pc:sldMkLst>
        <pc:spChg chg="mod">
          <ac:chgData name="Andrea Covelli" userId="5c0ff078-77f1-4bc0-8084-d8826ed65d09" providerId="ADAL" clId="{87B5FA51-AC8F-4924-8D58-229C8CD6E754}" dt="2025-11-27T08:16:22.091" v="372" actId="20577"/>
          <ac:spMkLst>
            <pc:docMk/>
            <pc:sldMk cId="1042111262" sldId="257"/>
            <ac:spMk id="3" creationId="{A701C8F0-FB4C-4E4E-804F-9EE05D7441C4}"/>
          </ac:spMkLst>
        </pc:spChg>
      </pc:sldChg>
      <pc:sldChg chg="addSp delSp modSp mod">
        <pc:chgData name="Andrea Covelli" userId="5c0ff078-77f1-4bc0-8084-d8826ed65d09" providerId="ADAL" clId="{87B5FA51-AC8F-4924-8D58-229C8CD6E754}" dt="2025-11-27T07:57:43.970" v="230" actId="1076"/>
        <pc:sldMkLst>
          <pc:docMk/>
          <pc:sldMk cId="1056679543" sldId="258"/>
        </pc:sldMkLst>
        <pc:spChg chg="mod">
          <ac:chgData name="Andrea Covelli" userId="5c0ff078-77f1-4bc0-8084-d8826ed65d09" providerId="ADAL" clId="{87B5FA51-AC8F-4924-8D58-229C8CD6E754}" dt="2025-11-27T07:57:32.908" v="229"/>
          <ac:spMkLst>
            <pc:docMk/>
            <pc:sldMk cId="1056679543" sldId="258"/>
            <ac:spMk id="3" creationId="{068E8217-0879-6045-A028-80534F620714}"/>
          </ac:spMkLst>
        </pc:spChg>
        <pc:spChg chg="mod">
          <ac:chgData name="Andrea Covelli" userId="5c0ff078-77f1-4bc0-8084-d8826ed65d09" providerId="ADAL" clId="{87B5FA51-AC8F-4924-8D58-229C8CD6E754}" dt="2025-11-27T07:54:31.739" v="216" actId="1036"/>
          <ac:spMkLst>
            <pc:docMk/>
            <pc:sldMk cId="1056679543" sldId="258"/>
            <ac:spMk id="4" creationId="{DAC21024-7CF2-9B7E-BBE4-FB1747BFC1B4}"/>
          </ac:spMkLst>
        </pc:spChg>
        <pc:spChg chg="mod">
          <ac:chgData name="Andrea Covelli" userId="5c0ff078-77f1-4bc0-8084-d8826ed65d09" providerId="ADAL" clId="{87B5FA51-AC8F-4924-8D58-229C8CD6E754}" dt="2025-11-27T07:54:31.739" v="216" actId="1036"/>
          <ac:spMkLst>
            <pc:docMk/>
            <pc:sldMk cId="1056679543" sldId="258"/>
            <ac:spMk id="7" creationId="{98C7287A-DE2C-66A6-5E4C-531E344DCB7D}"/>
          </ac:spMkLst>
        </pc:spChg>
        <pc:picChg chg="add mod">
          <ac:chgData name="Andrea Covelli" userId="5c0ff078-77f1-4bc0-8084-d8826ed65d09" providerId="ADAL" clId="{87B5FA51-AC8F-4924-8D58-229C8CD6E754}" dt="2025-11-27T07:57:43.970" v="230" actId="1076"/>
          <ac:picMkLst>
            <pc:docMk/>
            <pc:sldMk cId="1056679543" sldId="258"/>
            <ac:picMk id="5" creationId="{A6BA4215-D7C2-45CB-22B1-28542E0D0D64}"/>
          </ac:picMkLst>
        </pc:picChg>
        <pc:picChg chg="add">
          <ac:chgData name="Andrea Covelli" userId="5c0ff078-77f1-4bc0-8084-d8826ed65d09" providerId="ADAL" clId="{87B5FA51-AC8F-4924-8D58-229C8CD6E754}" dt="2025-11-15T11:13:55.712" v="114"/>
          <ac:picMkLst>
            <pc:docMk/>
            <pc:sldMk cId="1056679543" sldId="258"/>
            <ac:picMk id="1026" creationId="{20B5F149-C58D-9392-F431-A38E9B3FB6AB}"/>
          </ac:picMkLst>
        </pc:picChg>
      </pc:sldChg>
      <pc:sldChg chg="addSp delSp modSp mod">
        <pc:chgData name="Andrea Covelli" userId="5c0ff078-77f1-4bc0-8084-d8826ed65d09" providerId="ADAL" clId="{87B5FA51-AC8F-4924-8D58-229C8CD6E754}" dt="2025-12-03T09:22:34.212" v="452"/>
        <pc:sldMkLst>
          <pc:docMk/>
          <pc:sldMk cId="773792551" sldId="259"/>
        </pc:sldMkLst>
        <pc:picChg chg="add mod">
          <ac:chgData name="Andrea Covelli" userId="5c0ff078-77f1-4bc0-8084-d8826ed65d09" providerId="ADAL" clId="{87B5FA51-AC8F-4924-8D58-229C8CD6E754}" dt="2025-12-03T09:22:34.212" v="452"/>
          <ac:picMkLst>
            <pc:docMk/>
            <pc:sldMk cId="773792551" sldId="259"/>
            <ac:picMk id="4" creationId="{1EA4CA80-2FD8-DFBA-9C36-7C9EBECCCF46}"/>
          </ac:picMkLst>
        </pc:picChg>
      </pc:sldChg>
      <pc:sldChg chg="modSp mod">
        <pc:chgData name="Andrea Covelli" userId="5c0ff078-77f1-4bc0-8084-d8826ed65d09" providerId="ADAL" clId="{87B5FA51-AC8F-4924-8D58-229C8CD6E754}" dt="2025-11-27T08:29:26.449" v="427" actId="20577"/>
        <pc:sldMkLst>
          <pc:docMk/>
          <pc:sldMk cId="877565826" sldId="260"/>
        </pc:sldMkLst>
        <pc:spChg chg="mod">
          <ac:chgData name="Andrea Covelli" userId="5c0ff078-77f1-4bc0-8084-d8826ed65d09" providerId="ADAL" clId="{87B5FA51-AC8F-4924-8D58-229C8CD6E754}" dt="2025-11-27T08:29:26.449" v="427" actId="20577"/>
          <ac:spMkLst>
            <pc:docMk/>
            <pc:sldMk cId="877565826" sldId="260"/>
            <ac:spMk id="3" creationId="{EACFDDDE-7C48-D314-60A3-49ADC540D82F}"/>
          </ac:spMkLst>
        </pc:spChg>
      </pc:sldChg>
      <pc:sldChg chg="modSp mod">
        <pc:chgData name="Andrea Covelli" userId="5c0ff078-77f1-4bc0-8084-d8826ed65d09" providerId="ADAL" clId="{87B5FA51-AC8F-4924-8D58-229C8CD6E754}" dt="2025-11-27T08:29:29.849" v="428" actId="20577"/>
        <pc:sldMkLst>
          <pc:docMk/>
          <pc:sldMk cId="1127430590" sldId="262"/>
        </pc:sldMkLst>
        <pc:spChg chg="mod">
          <ac:chgData name="Andrea Covelli" userId="5c0ff078-77f1-4bc0-8084-d8826ed65d09" providerId="ADAL" clId="{87B5FA51-AC8F-4924-8D58-229C8CD6E754}" dt="2025-11-27T08:29:29.849" v="428" actId="20577"/>
          <ac:spMkLst>
            <pc:docMk/>
            <pc:sldMk cId="1127430590" sldId="262"/>
            <ac:spMk id="3" creationId="{EFC5B629-449B-CCE7-ABFD-1228AD6ABB12}"/>
          </ac:spMkLst>
        </pc:spChg>
      </pc:sldChg>
      <pc:sldChg chg="modSp mod">
        <pc:chgData name="Andrea Covelli" userId="5c0ff078-77f1-4bc0-8084-d8826ed65d09" providerId="ADAL" clId="{87B5FA51-AC8F-4924-8D58-229C8CD6E754}" dt="2025-11-22T18:35:07.897" v="121" actId="207"/>
        <pc:sldMkLst>
          <pc:docMk/>
          <pc:sldMk cId="710998634" sldId="263"/>
        </pc:sldMkLst>
        <pc:spChg chg="mod">
          <ac:chgData name="Andrea Covelli" userId="5c0ff078-77f1-4bc0-8084-d8826ed65d09" providerId="ADAL" clId="{87B5FA51-AC8F-4924-8D58-229C8CD6E754}" dt="2025-11-15T10:57:27.995" v="63" actId="20577"/>
          <ac:spMkLst>
            <pc:docMk/>
            <pc:sldMk cId="710998634" sldId="263"/>
            <ac:spMk id="5" creationId="{1395EDBD-4FA3-AC49-63F0-3229B03C715E}"/>
          </ac:spMkLst>
        </pc:spChg>
        <pc:spChg chg="mod">
          <ac:chgData name="Andrea Covelli" userId="5c0ff078-77f1-4bc0-8084-d8826ed65d09" providerId="ADAL" clId="{87B5FA51-AC8F-4924-8D58-229C8CD6E754}" dt="2025-11-22T18:35:03.810" v="119" actId="207"/>
          <ac:spMkLst>
            <pc:docMk/>
            <pc:sldMk cId="710998634" sldId="263"/>
            <ac:spMk id="6" creationId="{1DF311F1-FA09-76AD-35B2-DB9E9673BACA}"/>
          </ac:spMkLst>
        </pc:spChg>
        <pc:spChg chg="mod">
          <ac:chgData name="Andrea Covelli" userId="5c0ff078-77f1-4bc0-8084-d8826ed65d09" providerId="ADAL" clId="{87B5FA51-AC8F-4924-8D58-229C8CD6E754}" dt="2025-11-15T10:57:30.290" v="64"/>
          <ac:spMkLst>
            <pc:docMk/>
            <pc:sldMk cId="710998634" sldId="263"/>
            <ac:spMk id="7" creationId="{6B83E811-0644-4D95-C3F5-88EE786CA171}"/>
          </ac:spMkLst>
        </pc:spChg>
        <pc:spChg chg="mod">
          <ac:chgData name="Andrea Covelli" userId="5c0ff078-77f1-4bc0-8084-d8826ed65d09" providerId="ADAL" clId="{87B5FA51-AC8F-4924-8D58-229C8CD6E754}" dt="2025-11-22T18:35:06.091" v="120" actId="207"/>
          <ac:spMkLst>
            <pc:docMk/>
            <pc:sldMk cId="710998634" sldId="263"/>
            <ac:spMk id="8" creationId="{CD0A7542-CEA2-45A9-D89A-B99CC6A8A84D}"/>
          </ac:spMkLst>
        </pc:spChg>
        <pc:spChg chg="mod">
          <ac:chgData name="Andrea Covelli" userId="5c0ff078-77f1-4bc0-8084-d8826ed65d09" providerId="ADAL" clId="{87B5FA51-AC8F-4924-8D58-229C8CD6E754}" dt="2025-11-15T10:57:31.634" v="65"/>
          <ac:spMkLst>
            <pc:docMk/>
            <pc:sldMk cId="710998634" sldId="263"/>
            <ac:spMk id="9" creationId="{55A009CE-900B-E494-88CE-627CC99EC582}"/>
          </ac:spMkLst>
        </pc:spChg>
        <pc:spChg chg="mod">
          <ac:chgData name="Andrea Covelli" userId="5c0ff078-77f1-4bc0-8084-d8826ed65d09" providerId="ADAL" clId="{87B5FA51-AC8F-4924-8D58-229C8CD6E754}" dt="2025-11-22T18:35:07.897" v="121" actId="207"/>
          <ac:spMkLst>
            <pc:docMk/>
            <pc:sldMk cId="710998634" sldId="263"/>
            <ac:spMk id="10" creationId="{6D5CE08B-0F39-6E03-85B8-48766868A770}"/>
          </ac:spMkLst>
        </pc:spChg>
        <pc:spChg chg="mod">
          <ac:chgData name="Andrea Covelli" userId="5c0ff078-77f1-4bc0-8084-d8826ed65d09" providerId="ADAL" clId="{87B5FA51-AC8F-4924-8D58-229C8CD6E754}" dt="2025-11-15T10:34:14.548" v="6" actId="1076"/>
          <ac:spMkLst>
            <pc:docMk/>
            <pc:sldMk cId="710998634" sldId="263"/>
            <ac:spMk id="27" creationId="{044CB743-D8BC-A150-3838-041764DC07CB}"/>
          </ac:spMkLst>
        </pc:spChg>
        <pc:spChg chg="mod">
          <ac:chgData name="Andrea Covelli" userId="5c0ff078-77f1-4bc0-8084-d8826ed65d09" providerId="ADAL" clId="{87B5FA51-AC8F-4924-8D58-229C8CD6E754}" dt="2025-11-15T10:39:33.092" v="32" actId="20577"/>
          <ac:spMkLst>
            <pc:docMk/>
            <pc:sldMk cId="710998634" sldId="263"/>
            <ac:spMk id="29" creationId="{32E731DD-8A23-9B3D-5438-998A7E449AEC}"/>
          </ac:spMkLst>
        </pc:spChg>
      </pc:sldChg>
      <pc:sldChg chg="addSp delSp modSp mod">
        <pc:chgData name="Andrea Covelli" userId="5c0ff078-77f1-4bc0-8084-d8826ed65d09" providerId="ADAL" clId="{87B5FA51-AC8F-4924-8D58-229C8CD6E754}" dt="2025-11-22T19:15:50.766" v="136" actId="1076"/>
        <pc:sldMkLst>
          <pc:docMk/>
          <pc:sldMk cId="911721586" sldId="264"/>
        </pc:sldMkLst>
        <pc:spChg chg="mod">
          <ac:chgData name="Andrea Covelli" userId="5c0ff078-77f1-4bc0-8084-d8826ed65d09" providerId="ADAL" clId="{87B5FA51-AC8F-4924-8D58-229C8CD6E754}" dt="2025-11-15T10:38:38.111" v="16" actId="20577"/>
          <ac:spMkLst>
            <pc:docMk/>
            <pc:sldMk cId="911721586" sldId="264"/>
            <ac:spMk id="2" creationId="{E11D8A20-7DC5-3042-A86D-62CF3361ACA7}"/>
          </ac:spMkLst>
        </pc:spChg>
        <pc:picChg chg="add mod">
          <ac:chgData name="Andrea Covelli" userId="5c0ff078-77f1-4bc0-8084-d8826ed65d09" providerId="ADAL" clId="{87B5FA51-AC8F-4924-8D58-229C8CD6E754}" dt="2025-11-22T19:15:50.766" v="136" actId="1076"/>
          <ac:picMkLst>
            <pc:docMk/>
            <pc:sldMk cId="911721586" sldId="264"/>
            <ac:picMk id="6" creationId="{E3F6BC58-2237-711B-70B2-084D71D41315}"/>
          </ac:picMkLst>
        </pc:picChg>
      </pc:sldChg>
      <pc:sldChg chg="modSp mod">
        <pc:chgData name="Andrea Covelli" userId="5c0ff078-77f1-4bc0-8084-d8826ed65d09" providerId="ADAL" clId="{87B5FA51-AC8F-4924-8D58-229C8CD6E754}" dt="2025-11-15T10:21:52.908" v="3" actId="20577"/>
        <pc:sldMkLst>
          <pc:docMk/>
          <pc:sldMk cId="529996326" sldId="265"/>
        </pc:sldMkLst>
        <pc:spChg chg="mod">
          <ac:chgData name="Andrea Covelli" userId="5c0ff078-77f1-4bc0-8084-d8826ed65d09" providerId="ADAL" clId="{87B5FA51-AC8F-4924-8D58-229C8CD6E754}" dt="2025-11-15T10:21:52.908" v="3" actId="20577"/>
          <ac:spMkLst>
            <pc:docMk/>
            <pc:sldMk cId="529996326" sldId="265"/>
            <ac:spMk id="2" creationId="{30BCBB32-6C4A-9F54-D14E-6DD45BCAA99F}"/>
          </ac:spMkLst>
        </pc:spChg>
      </pc:sldChg>
      <pc:sldChg chg="addSp delSp modSp add mod">
        <pc:chgData name="Andrea Covelli" userId="5c0ff078-77f1-4bc0-8084-d8826ed65d09" providerId="ADAL" clId="{87B5FA51-AC8F-4924-8D58-229C8CD6E754}" dt="2025-11-22T19:17:42.576" v="159" actId="20577"/>
        <pc:sldMkLst>
          <pc:docMk/>
          <pc:sldMk cId="3164823802" sldId="266"/>
        </pc:sldMkLst>
        <pc:spChg chg="mod">
          <ac:chgData name="Andrea Covelli" userId="5c0ff078-77f1-4bc0-8084-d8826ed65d09" providerId="ADAL" clId="{87B5FA51-AC8F-4924-8D58-229C8CD6E754}" dt="2025-11-22T19:17:42.576" v="159" actId="20577"/>
          <ac:spMkLst>
            <pc:docMk/>
            <pc:sldMk cId="3164823802" sldId="266"/>
            <ac:spMk id="2" creationId="{C67E3AF0-5E00-A7A9-6017-F22708443333}"/>
          </ac:spMkLst>
        </pc:spChg>
        <pc:picChg chg="add mod">
          <ac:chgData name="Andrea Covelli" userId="5c0ff078-77f1-4bc0-8084-d8826ed65d09" providerId="ADAL" clId="{87B5FA51-AC8F-4924-8D58-229C8CD6E754}" dt="2025-11-22T19:16:40.763" v="146" actId="1076"/>
          <ac:picMkLst>
            <pc:docMk/>
            <pc:sldMk cId="3164823802" sldId="266"/>
            <ac:picMk id="4" creationId="{E0E9753B-E284-7F86-A9A9-2423575AFA08}"/>
          </ac:picMkLst>
        </pc:picChg>
      </pc:sldChg>
      <pc:sldChg chg="addSp modSp mod">
        <pc:chgData name="Andrea Covelli" userId="5c0ff078-77f1-4bc0-8084-d8826ed65d09" providerId="ADAL" clId="{87B5FA51-AC8F-4924-8D58-229C8CD6E754}" dt="2025-12-03T08:59:44.918" v="451" actId="1037"/>
        <pc:sldMkLst>
          <pc:docMk/>
          <pc:sldMk cId="2899575069" sldId="267"/>
        </pc:sldMkLst>
        <pc:picChg chg="add mod modCrop">
          <ac:chgData name="Andrea Covelli" userId="5c0ff078-77f1-4bc0-8084-d8826ed65d09" providerId="ADAL" clId="{87B5FA51-AC8F-4924-8D58-229C8CD6E754}" dt="2025-12-03T08:59:44.918" v="451" actId="1037"/>
          <ac:picMkLst>
            <pc:docMk/>
            <pc:sldMk cId="2899575069" sldId="267"/>
            <ac:picMk id="4" creationId="{3B24838E-4573-1828-B9EE-D0C6EF7351A9}"/>
          </ac:picMkLst>
        </pc:picChg>
      </pc:sldChg>
      <pc:sldChg chg="addSp delSp modSp add mod">
        <pc:chgData name="Andrea Covelli" userId="5c0ff078-77f1-4bc0-8084-d8826ed65d09" providerId="ADAL" clId="{87B5FA51-AC8F-4924-8D58-229C8CD6E754}" dt="2025-12-03T09:40:55.097" v="483" actId="1076"/>
        <pc:sldMkLst>
          <pc:docMk/>
          <pc:sldMk cId="1150441004" sldId="268"/>
        </pc:sldMkLst>
        <pc:spChg chg="mod">
          <ac:chgData name="Andrea Covelli" userId="5c0ff078-77f1-4bc0-8084-d8826ed65d09" providerId="ADAL" clId="{87B5FA51-AC8F-4924-8D58-229C8CD6E754}" dt="2025-12-03T09:37:09.078" v="454" actId="20577"/>
          <ac:spMkLst>
            <pc:docMk/>
            <pc:sldMk cId="1150441004" sldId="268"/>
            <ac:spMk id="2" creationId="{7C87A2DD-3C59-55A8-D727-BDE1E1255A62}"/>
          </ac:spMkLst>
        </pc:spChg>
        <pc:picChg chg="add mod modCrop">
          <ac:chgData name="Andrea Covelli" userId="5c0ff078-77f1-4bc0-8084-d8826ed65d09" providerId="ADAL" clId="{87B5FA51-AC8F-4924-8D58-229C8CD6E754}" dt="2025-12-03T09:40:55.097" v="483" actId="1076"/>
          <ac:picMkLst>
            <pc:docMk/>
            <pc:sldMk cId="1150441004" sldId="268"/>
            <ac:picMk id="7" creationId="{437D4786-6721-B48C-F5FE-B987BF46E2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95162-6873-F647-B392-BF6A1F606277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DF8BA-B6A2-CC4D-B552-37BF044E104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686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ROBA IN ITALIANO: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i="1"/>
              <a:t>- L'idea è creare una piattaforma per analizzare un vasto database di pubblicazioni scientifiche di vario genere, permettendo di scoprire e visualizzare le </a:t>
            </a:r>
            <a:r>
              <a:rPr lang="it-IT" sz="1200" b="1" i="1"/>
              <a:t>connessioni</a:t>
            </a:r>
            <a:r>
              <a:rPr lang="it-IT" sz="1200" i="1"/>
              <a:t> nascoste nel mondo della ricerca.</a:t>
            </a:r>
          </a:p>
          <a:p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sz="2000" i="1"/>
              <a:t>Le analisi offerte saranno molto potenti (difficilmente effettuabili con un database tradizionale) come ad esempio: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t-IT" sz="2000" i="1"/>
              <a:t>Identificare i ricercatori e gli articoli più ‘’influenti‘’ usando algoritmi di ranking (i.e. PageRank).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t-IT" sz="2000" i="1"/>
              <a:t>Scoprire i percorsi di collaborazione più brevi tra due scienziati (numero di Erdős).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it-IT" sz="2000" i="1"/>
              <a:t>Analizzare i trend di ricerca emergenti nel tempo.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470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Evaluate</a:t>
            </a:r>
            <a:r>
              <a:rPr lang="it-IT"/>
              <a:t> use a </a:t>
            </a:r>
            <a:r>
              <a:rPr lang="it-IT" err="1"/>
              <a:t>parameter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1643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DF8BA-B6A2-CC4D-B552-37BF044E104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13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81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111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68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55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508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5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25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67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06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FDCBEE4-315A-8E42-835E-29A1DAE07625}" type="datetimeFigureOut">
              <a:rPr lang="it-IT" smtClean="0"/>
              <a:t>13/12/2025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3EAF9BD-73C2-C944-967F-16A9AD6CE36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13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2741" y="90093"/>
            <a:ext cx="876179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82741" y="1350522"/>
            <a:ext cx="8761797" cy="479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Fare </a:t>
            </a:r>
            <a:r>
              <a:rPr lang="en-US" noProof="0" err="1"/>
              <a:t>clic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</a:t>
            </a:r>
            <a:r>
              <a:rPr lang="en-US" noProof="0" err="1"/>
              <a:t>gli</a:t>
            </a:r>
            <a:r>
              <a:rPr lang="en-US" noProof="0"/>
              <a:t> </a:t>
            </a:r>
            <a:r>
              <a:rPr lang="en-US" noProof="0" err="1"/>
              <a:t>stili</a:t>
            </a:r>
            <a:r>
              <a:rPr lang="en-US" noProof="0"/>
              <a:t> del </a:t>
            </a:r>
            <a:r>
              <a:rPr lang="en-US" noProof="0" err="1"/>
              <a:t>testo</a:t>
            </a:r>
            <a:r>
              <a:rPr lang="en-US" noProof="0"/>
              <a:t> </a:t>
            </a:r>
            <a:r>
              <a:rPr lang="en-US" noProof="0" err="1"/>
              <a:t>dello</a:t>
            </a:r>
            <a:r>
              <a:rPr lang="en-US" noProof="0"/>
              <a:t> schema</a:t>
            </a:r>
          </a:p>
          <a:p>
            <a:pPr lvl="1"/>
            <a:r>
              <a:rPr lang="en-US" noProof="0"/>
              <a:t>Secondo </a:t>
            </a:r>
            <a:r>
              <a:rPr lang="en-US" noProof="0" err="1"/>
              <a:t>livello</a:t>
            </a:r>
            <a:endParaRPr lang="en-US" noProof="0"/>
          </a:p>
          <a:p>
            <a:pPr lvl="2"/>
            <a:r>
              <a:rPr lang="en-US" noProof="0" err="1"/>
              <a:t>Terzo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  <a:p>
            <a:pPr lvl="3"/>
            <a:r>
              <a:rPr lang="en-US" noProof="0"/>
              <a:t>Quarto </a:t>
            </a:r>
            <a:r>
              <a:rPr lang="en-US" noProof="0" err="1"/>
              <a:t>livello</a:t>
            </a:r>
            <a:endParaRPr lang="en-US" noProof="0"/>
          </a:p>
          <a:p>
            <a:pPr lvl="4"/>
            <a:r>
              <a:rPr lang="en-US" noProof="0" err="1"/>
              <a:t>Quinto</a:t>
            </a:r>
            <a:r>
              <a:rPr lang="en-US" noProof="0"/>
              <a:t> </a:t>
            </a:r>
            <a:r>
              <a:rPr lang="en-US" noProof="0" err="1"/>
              <a:t>livello</a:t>
            </a:r>
            <a:endParaRPr lang="en-US" noProof="0"/>
          </a:p>
        </p:txBody>
      </p:sp>
      <p:pic>
        <p:nvPicPr>
          <p:cNvPr id="9" name="Immagine 8" descr="crossLabLogo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01" y="6226140"/>
            <a:ext cx="1556700" cy="511003"/>
          </a:xfrm>
          <a:prstGeom prst="rect">
            <a:avLst/>
          </a:prstGeom>
        </p:spPr>
      </p:pic>
      <p:pic>
        <p:nvPicPr>
          <p:cNvPr id="10" name="Immagine 9" descr="Schermata 2019-07-02 alle 11.33.44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2" y="6226140"/>
            <a:ext cx="2392045" cy="548860"/>
          </a:xfrm>
          <a:prstGeom prst="rect">
            <a:avLst/>
          </a:prstGeom>
        </p:spPr>
      </p:pic>
      <p:pic>
        <p:nvPicPr>
          <p:cNvPr id="12" name="Immagine 11" descr="logoUnipi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848" y="6144979"/>
            <a:ext cx="1307462" cy="69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8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sz="3900"/>
              <a:t>Large-Scale and Multi-Structured Databases</a:t>
            </a:r>
            <a:br>
              <a:rPr lang="en-US"/>
            </a:br>
            <a:r>
              <a:rPr lang="en-US" b="1" i="1"/>
              <a:t>Project Design</a:t>
            </a:r>
            <a:br>
              <a:rPr lang="en-US" b="1" i="1"/>
            </a:br>
            <a:r>
              <a:rPr lang="en-US" b="1" i="1"/>
              <a:t>Nexus Scholar</a:t>
            </a:r>
            <a:endParaRPr lang="en-US" sz="3300" i="1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Andrea Covelli</a:t>
            </a:r>
          </a:p>
          <a:p>
            <a:r>
              <a:rPr lang="it-IT"/>
              <a:t>Daniele Congiusti</a:t>
            </a:r>
          </a:p>
          <a:p>
            <a:r>
              <a:rPr lang="it-IT"/>
              <a:t>Luca Giannini</a:t>
            </a:r>
          </a:p>
        </p:txBody>
      </p:sp>
    </p:spTree>
    <p:extLst>
      <p:ext uri="{BB962C8B-B14F-4D97-AF65-F5344CB8AC3E}">
        <p14:creationId xmlns:p14="http://schemas.microsoft.com/office/powerpoint/2010/main" val="162146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33632E-76E6-2A49-A199-3826627D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Highlights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01C8F0-FB4C-4E4E-804F-9EE05D7441C4}"/>
              </a:ext>
            </a:extLst>
          </p:cNvPr>
          <p:cNvSpPr txBox="1"/>
          <p:nvPr/>
        </p:nvSpPr>
        <p:spPr>
          <a:xfrm>
            <a:off x="182741" y="1431985"/>
            <a:ext cx="8761797" cy="37240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endParaRPr lang="it-IT" i="1"/>
          </a:p>
          <a:p>
            <a:pPr marL="285750" indent="-285750" algn="just">
              <a:buFont typeface="Arial"/>
              <a:buChar char="•"/>
            </a:pPr>
            <a:r>
              <a:rPr lang="it-IT" sz="2000" i="1">
                <a:ea typeface="Calibri"/>
                <a:cs typeface="Calibri"/>
              </a:rPr>
              <a:t>The idea </a:t>
            </a:r>
            <a:r>
              <a:rPr lang="it-IT" sz="2000" i="1" err="1">
                <a:ea typeface="Calibri"/>
                <a:cs typeface="Calibri"/>
              </a:rPr>
              <a:t>consists</a:t>
            </a:r>
            <a:r>
              <a:rPr lang="it-IT" sz="2000" i="1">
                <a:ea typeface="Calibri"/>
                <a:cs typeface="Calibri"/>
              </a:rPr>
              <a:t> of </a:t>
            </a:r>
            <a:r>
              <a:rPr lang="it-IT" sz="2000" i="1" err="1">
                <a:ea typeface="Calibri"/>
                <a:cs typeface="Calibri"/>
              </a:rPr>
              <a:t>creating</a:t>
            </a:r>
            <a:r>
              <a:rPr lang="it-IT" sz="2000" i="1">
                <a:ea typeface="Calibri"/>
                <a:cs typeface="Calibri"/>
              </a:rPr>
              <a:t> a </a:t>
            </a:r>
            <a:r>
              <a:rPr lang="it-IT" sz="2000" i="1" err="1">
                <a:ea typeface="Calibri"/>
                <a:cs typeface="Calibri"/>
              </a:rPr>
              <a:t>platform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dedicated</a:t>
            </a:r>
            <a:r>
              <a:rPr lang="it-IT" sz="2000" i="1">
                <a:ea typeface="Calibri"/>
                <a:cs typeface="Calibri"/>
              </a:rPr>
              <a:t> to </a:t>
            </a:r>
            <a:r>
              <a:rPr lang="it-IT" sz="2000" i="1" err="1">
                <a:ea typeface="Calibri"/>
                <a:cs typeface="Calibri"/>
              </a:rPr>
              <a:t>analyzing</a:t>
            </a:r>
            <a:r>
              <a:rPr lang="it-IT" sz="2000" i="1">
                <a:ea typeface="Calibri"/>
                <a:cs typeface="Calibri"/>
              </a:rPr>
              <a:t> a wide database of </a:t>
            </a:r>
            <a:r>
              <a:rPr lang="it-IT" sz="2000" i="1" err="1">
                <a:ea typeface="Calibri"/>
                <a:cs typeface="Calibri"/>
              </a:rPr>
              <a:t>scientific</a:t>
            </a:r>
            <a:r>
              <a:rPr lang="it-IT" sz="2000" i="1">
                <a:ea typeface="Calibri"/>
                <a:cs typeface="Calibri"/>
              </a:rPr>
              <a:t> papers of </a:t>
            </a:r>
            <a:r>
              <a:rPr lang="it-IT" sz="2000" i="1" err="1">
                <a:ea typeface="Calibri"/>
                <a:cs typeface="Calibri"/>
              </a:rPr>
              <a:t>all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types</a:t>
            </a:r>
            <a:r>
              <a:rPr lang="it-IT" sz="2000" i="1">
                <a:ea typeface="Calibri"/>
                <a:cs typeface="Calibri"/>
              </a:rPr>
              <a:t>, </a:t>
            </a:r>
            <a:r>
              <a:rPr lang="it-IT" sz="2000" i="1" err="1">
                <a:ea typeface="Calibri"/>
                <a:cs typeface="Calibri"/>
              </a:rPr>
              <a:t>which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allows</a:t>
            </a:r>
            <a:r>
              <a:rPr lang="it-IT" sz="2000" i="1">
                <a:ea typeface="Calibri"/>
                <a:cs typeface="Calibri"/>
              </a:rPr>
              <a:t> users to </a:t>
            </a:r>
            <a:r>
              <a:rPr lang="it-IT" sz="2000" i="1" err="1">
                <a:ea typeface="Calibri"/>
                <a:cs typeface="Calibri"/>
              </a:rPr>
              <a:t>identify</a:t>
            </a:r>
            <a:r>
              <a:rPr lang="it-IT" sz="2000" i="1">
                <a:ea typeface="Calibri"/>
                <a:cs typeface="Calibri"/>
              </a:rPr>
              <a:t> and </a:t>
            </a:r>
            <a:r>
              <a:rPr lang="it-IT" sz="2000" i="1" err="1">
                <a:ea typeface="Calibri"/>
                <a:cs typeface="Calibri"/>
              </a:rPr>
              <a:t>view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hidden</a:t>
            </a:r>
            <a:r>
              <a:rPr lang="it-IT" sz="2000" i="1">
                <a:ea typeface="Calibri"/>
                <a:cs typeface="Calibri"/>
              </a:rPr>
              <a:t> connections in the field of </a:t>
            </a:r>
            <a:r>
              <a:rPr lang="it-IT" sz="2000" i="1" err="1">
                <a:ea typeface="Calibri"/>
                <a:cs typeface="Calibri"/>
              </a:rPr>
              <a:t>research</a:t>
            </a:r>
            <a:r>
              <a:rPr lang="it-IT" sz="2000" i="1">
                <a:ea typeface="Calibri"/>
                <a:cs typeface="Calibri"/>
              </a:rPr>
              <a:t>.</a:t>
            </a:r>
          </a:p>
          <a:p>
            <a:endParaRPr lang="it-IT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i="1" err="1">
                <a:ea typeface="Calibri"/>
                <a:cs typeface="Calibri"/>
              </a:rPr>
              <a:t>We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will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offer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such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powerful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analytics</a:t>
            </a:r>
            <a:r>
              <a:rPr lang="it-IT" sz="2000" i="1">
                <a:ea typeface="Calibri"/>
                <a:cs typeface="Calibri"/>
              </a:rPr>
              <a:t>, the </a:t>
            </a:r>
            <a:r>
              <a:rPr lang="it-IT" sz="2000" i="1" err="1">
                <a:ea typeface="Calibri"/>
                <a:cs typeface="Calibri"/>
              </a:rPr>
              <a:t>implementation</a:t>
            </a:r>
            <a:r>
              <a:rPr lang="it-IT" sz="2000" i="1">
                <a:ea typeface="Calibri"/>
                <a:cs typeface="Calibri"/>
              </a:rPr>
              <a:t> of </a:t>
            </a:r>
            <a:r>
              <a:rPr lang="it-IT" sz="2000" i="1" err="1">
                <a:ea typeface="Calibri"/>
                <a:cs typeface="Calibri"/>
              </a:rPr>
              <a:t>which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is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not</a:t>
            </a:r>
            <a:r>
              <a:rPr lang="it-IT" sz="2000" i="1">
                <a:ea typeface="Calibri"/>
                <a:cs typeface="Calibri"/>
              </a:rPr>
              <a:t> easy in </a:t>
            </a:r>
            <a:r>
              <a:rPr lang="it-IT" sz="2000" i="1" err="1">
                <a:ea typeface="Calibri"/>
                <a:cs typeface="Calibri"/>
              </a:rPr>
              <a:t>traditional</a:t>
            </a:r>
            <a:r>
              <a:rPr lang="it-IT" sz="2000" i="1">
                <a:ea typeface="Calibri"/>
                <a:cs typeface="Calibri"/>
              </a:rPr>
              <a:t> databases. Here are some </a:t>
            </a:r>
            <a:r>
              <a:rPr lang="it-IT" sz="2000" i="1" err="1">
                <a:ea typeface="Calibri"/>
                <a:cs typeface="Calibri"/>
              </a:rPr>
              <a:t>examples</a:t>
            </a:r>
            <a:r>
              <a:rPr lang="it-IT" sz="2000" i="1">
                <a:ea typeface="Calibri"/>
                <a:cs typeface="Calibri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Discover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researchers</a:t>
            </a:r>
            <a:r>
              <a:rPr lang="it-IT" sz="2000" i="1">
                <a:ea typeface="Calibri"/>
                <a:cs typeface="Calibri"/>
              </a:rPr>
              <a:t> and </a:t>
            </a:r>
            <a:r>
              <a:rPr lang="it-IT" sz="2000" i="1" err="1">
                <a:ea typeface="Calibri"/>
                <a:cs typeface="Calibri"/>
              </a:rPr>
              <a:t>most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influential</a:t>
            </a:r>
            <a:r>
              <a:rPr lang="it-IT" sz="2000" i="1">
                <a:ea typeface="Calibri"/>
                <a:cs typeface="Calibri"/>
              </a:rPr>
              <a:t> papers </a:t>
            </a:r>
            <a:r>
              <a:rPr lang="it-IT" sz="2000" i="1" err="1">
                <a:ea typeface="Calibri"/>
                <a:cs typeface="Calibri"/>
              </a:rPr>
              <a:t>using</a:t>
            </a:r>
            <a:r>
              <a:rPr lang="it-IT" sz="2000" i="1">
                <a:ea typeface="Calibri"/>
                <a:cs typeface="Calibri"/>
              </a:rPr>
              <a:t> ranking </a:t>
            </a:r>
            <a:r>
              <a:rPr lang="it-IT" sz="2000" i="1" err="1">
                <a:ea typeface="Calibri"/>
                <a:cs typeface="Calibri"/>
              </a:rPr>
              <a:t>algorithms</a:t>
            </a:r>
            <a:r>
              <a:rPr lang="it-IT" sz="2000" i="1">
                <a:ea typeface="Calibri"/>
                <a:cs typeface="Calibri"/>
              </a:rPr>
              <a:t> (i.e. </a:t>
            </a:r>
            <a:r>
              <a:rPr lang="it-IT" sz="2000" i="1" err="1">
                <a:ea typeface="Calibri"/>
                <a:cs typeface="Calibri"/>
              </a:rPr>
              <a:t>Pagerank</a:t>
            </a:r>
            <a:r>
              <a:rPr lang="it-IT" sz="2000" i="1">
                <a:ea typeface="Calibri"/>
                <a:cs typeface="Calibri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t-IT" sz="2000" i="1">
                <a:ea typeface="Calibri"/>
                <a:cs typeface="Calibri"/>
              </a:rPr>
              <a:t>Figure out </a:t>
            </a:r>
            <a:r>
              <a:rPr lang="it-IT" sz="2000" i="1" err="1">
                <a:ea typeface="Calibri"/>
                <a:cs typeface="Calibri"/>
              </a:rPr>
              <a:t>shortest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collaboration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paths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between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two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researchers</a:t>
            </a:r>
            <a:r>
              <a:rPr lang="it-IT" sz="2000" i="1">
                <a:ea typeface="Calibri"/>
                <a:cs typeface="Calibri"/>
              </a:rPr>
              <a:t> (</a:t>
            </a:r>
            <a:r>
              <a:rPr lang="it-IT" sz="2000" i="1" err="1">
                <a:ea typeface="Calibri"/>
                <a:cs typeface="Calibri"/>
              </a:rPr>
              <a:t>Erdős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number</a:t>
            </a:r>
            <a:r>
              <a:rPr lang="it-IT" sz="2000" i="1">
                <a:ea typeface="Calibri"/>
                <a:cs typeface="Calibri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it-IT" sz="2000" i="1" err="1">
                <a:ea typeface="Calibri"/>
                <a:cs typeface="Calibri"/>
              </a:rPr>
              <a:t>Analyze</a:t>
            </a:r>
            <a:r>
              <a:rPr lang="it-IT" sz="2000" i="1">
                <a:ea typeface="Calibri"/>
                <a:cs typeface="Calibri"/>
              </a:rPr>
              <a:t> </a:t>
            </a:r>
            <a:r>
              <a:rPr lang="it-IT" sz="2000" i="1" err="1">
                <a:ea typeface="Calibri"/>
                <a:cs typeface="Calibri"/>
              </a:rPr>
              <a:t>research</a:t>
            </a:r>
            <a:r>
              <a:rPr lang="it-IT" sz="2000" i="1">
                <a:ea typeface="Calibri"/>
                <a:cs typeface="Calibri"/>
              </a:rPr>
              <a:t> trends </a:t>
            </a:r>
            <a:r>
              <a:rPr lang="it-IT" sz="2000" i="1" err="1">
                <a:ea typeface="Calibri"/>
                <a:cs typeface="Calibri"/>
              </a:rPr>
              <a:t>emerging</a:t>
            </a:r>
            <a:r>
              <a:rPr lang="it-IT" sz="2000" i="1">
                <a:ea typeface="Calibri"/>
                <a:cs typeface="Calibri"/>
              </a:rPr>
              <a:t> over time</a:t>
            </a:r>
          </a:p>
        </p:txBody>
      </p:sp>
    </p:spTree>
    <p:extLst>
      <p:ext uri="{BB962C8B-B14F-4D97-AF65-F5344CB8AC3E}">
        <p14:creationId xmlns:p14="http://schemas.microsoft.com/office/powerpoint/2010/main" val="104211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Actors</a:t>
            </a: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1395EDBD-4FA3-AC49-63F0-3229B03C715E}"/>
              </a:ext>
            </a:extLst>
          </p:cNvPr>
          <p:cNvSpPr/>
          <p:nvPr/>
        </p:nvSpPr>
        <p:spPr>
          <a:xfrm>
            <a:off x="2873955" y="1537522"/>
            <a:ext cx="1404520" cy="508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may do</a:t>
            </a:r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DF311F1-FA09-76AD-35B2-DB9E9673BACA}"/>
              </a:ext>
            </a:extLst>
          </p:cNvPr>
          <p:cNvSpPr/>
          <p:nvPr/>
        </p:nvSpPr>
        <p:spPr>
          <a:xfrm>
            <a:off x="5115464" y="1147779"/>
            <a:ext cx="3050761" cy="1311216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 papers by title, keywords, or 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View basic author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Restricted </a:t>
            </a:r>
            <a:r>
              <a:rPr lang="it-IT" err="1"/>
              <a:t>analysis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6B83E811-0644-4D95-C3F5-88EE786CA171}"/>
              </a:ext>
            </a:extLst>
          </p:cNvPr>
          <p:cNvSpPr/>
          <p:nvPr/>
        </p:nvSpPr>
        <p:spPr>
          <a:xfrm>
            <a:off x="2873955" y="3303809"/>
            <a:ext cx="1404520" cy="508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may do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D0A7542-CEA2-45A9-D89A-B99CC6A8A84D}"/>
              </a:ext>
            </a:extLst>
          </p:cNvPr>
          <p:cNvSpPr/>
          <p:nvPr/>
        </p:nvSpPr>
        <p:spPr>
          <a:xfrm>
            <a:off x="5115465" y="2810822"/>
            <a:ext cx="3050760" cy="1494932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All</a:t>
            </a:r>
            <a:r>
              <a:rPr lang="it-IT"/>
              <a:t> </a:t>
            </a:r>
            <a:r>
              <a:rPr lang="it-IT" err="1"/>
              <a:t>unregistered</a:t>
            </a:r>
            <a:r>
              <a:rPr lang="it-IT"/>
              <a:t> user </a:t>
            </a:r>
            <a:r>
              <a:rPr lang="it-IT" err="1"/>
              <a:t>permissions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Visualize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View Trend Analysis</a:t>
            </a:r>
            <a:r>
              <a:rPr lang="it-IT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Save searches</a:t>
            </a:r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55A009CE-900B-E494-88CE-627CC99EC582}"/>
              </a:ext>
            </a:extLst>
          </p:cNvPr>
          <p:cNvSpPr/>
          <p:nvPr/>
        </p:nvSpPr>
        <p:spPr>
          <a:xfrm>
            <a:off x="2873955" y="4930586"/>
            <a:ext cx="1404520" cy="5089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may do</a:t>
            </a:r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D5CE08B-0F39-6E03-85B8-48766868A770}"/>
              </a:ext>
            </a:extLst>
          </p:cNvPr>
          <p:cNvSpPr/>
          <p:nvPr/>
        </p:nvSpPr>
        <p:spPr>
          <a:xfrm>
            <a:off x="5115464" y="4529457"/>
            <a:ext cx="3050759" cy="1311216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Manage</a:t>
            </a:r>
            <a:r>
              <a:rPr lang="it-IT"/>
              <a:t>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Monitor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Trigger data ingestion</a:t>
            </a:r>
            <a:endParaRPr lang="it-IT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BD5CC37E-3833-6C0B-DCBC-B893A7C0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92892" y="1303523"/>
            <a:ext cx="314096" cy="999728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A5E07B16-6BCA-4D55-4FAC-6FC68839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86157" y="4685201"/>
            <a:ext cx="314096" cy="999728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4473BB1A-1C2E-608F-7EFD-F4DF450A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592892" y="3058425"/>
            <a:ext cx="314096" cy="999728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44CB743-D8BC-A150-3838-041764DC07CB}"/>
              </a:ext>
            </a:extLst>
          </p:cNvPr>
          <p:cNvSpPr txBox="1"/>
          <p:nvPr/>
        </p:nvSpPr>
        <p:spPr>
          <a:xfrm>
            <a:off x="784707" y="2423064"/>
            <a:ext cx="19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Unregistered</a:t>
            </a:r>
            <a:r>
              <a:rPr lang="it-IT"/>
              <a:t> user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E062D25-B1BB-5095-E7E7-8D3FCEB04FD2}"/>
              </a:ext>
            </a:extLst>
          </p:cNvPr>
          <p:cNvSpPr txBox="1"/>
          <p:nvPr/>
        </p:nvSpPr>
        <p:spPr>
          <a:xfrm>
            <a:off x="932697" y="4162173"/>
            <a:ext cx="1634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Registered</a:t>
            </a:r>
            <a:r>
              <a:rPr lang="it-IT"/>
              <a:t> user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2E731DD-8A23-9B3D-5438-998A7E449AEC}"/>
              </a:ext>
            </a:extLst>
          </p:cNvPr>
          <p:cNvSpPr txBox="1"/>
          <p:nvPr/>
        </p:nvSpPr>
        <p:spPr>
          <a:xfrm>
            <a:off x="986116" y="5733947"/>
            <a:ext cx="147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Administrator</a:t>
            </a:r>
          </a:p>
        </p:txBody>
      </p:sp>
    </p:spTree>
    <p:extLst>
      <p:ext uri="{BB962C8B-B14F-4D97-AF65-F5344CB8AC3E}">
        <p14:creationId xmlns:p14="http://schemas.microsoft.com/office/powerpoint/2010/main" val="71099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1D8A20-7DC5-3042-A86D-62CF3361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Main mock-ups (</a:t>
            </a:r>
            <a:r>
              <a:rPr lang="en-US" err="1"/>
              <a:t>i</a:t>
            </a:r>
            <a:r>
              <a:rPr lang="en-US"/>
              <a:t>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F6BC58-2237-711B-70B2-084D71D41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7" y="986828"/>
            <a:ext cx="7725726" cy="515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2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1B5A-F4C9-8CE2-856E-DE7430F9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7E3AF0-5E00-A7A9-6017-F2270844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Main mock-ups (ii)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E9753B-E284-7F86-A9A9-2423575AF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225" y="938320"/>
            <a:ext cx="7805549" cy="5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2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A93700-7F87-6E45-9902-A8B2384A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Description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8E8217-0879-6045-A028-80534F620714}"/>
              </a:ext>
            </a:extLst>
          </p:cNvPr>
          <p:cNvSpPr txBox="1"/>
          <p:nvPr/>
        </p:nvSpPr>
        <p:spPr>
          <a:xfrm>
            <a:off x="397485" y="1233093"/>
            <a:ext cx="83490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i="1"/>
              <a:t>Source: </a:t>
            </a:r>
            <a:r>
              <a:rPr lang="fr-FR" sz="2000"/>
              <a:t>DBLP Computer Science Bibliography (XML Dump), </a:t>
            </a:r>
            <a:r>
              <a:rPr lang="it-IT" sz="2000"/>
              <a:t>Semantic </a:t>
            </a:r>
            <a:r>
              <a:rPr lang="it-IT" sz="2000" err="1"/>
              <a:t>Scholar</a:t>
            </a:r>
            <a:r>
              <a:rPr lang="it-IT" sz="2000"/>
              <a:t> (S2) API (JSON)</a:t>
            </a:r>
            <a:endParaRPr lang="en-US" sz="2000" b="1" i="1"/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Description: </a:t>
            </a:r>
            <a:r>
              <a:rPr lang="en-US" sz="2000"/>
              <a:t>DBLP provides comprehensive bibliographic information on computer science journals and proceedings. S2 offers pre-print access across various scientific fields.</a:t>
            </a:r>
            <a:endParaRPr lang="en-US" sz="2000" b="1" i="1"/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Volume: </a:t>
            </a:r>
            <a:r>
              <a:rPr lang="en-US" sz="2000"/>
              <a:t>High. DBLP dump is ~1GB containing:</a:t>
            </a:r>
          </a:p>
          <a:p>
            <a:pPr lvl="0"/>
            <a:endParaRPr lang="en-US" sz="2000" b="1" i="1"/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Variety</a:t>
            </a:r>
            <a:r>
              <a:rPr lang="en-US" sz="2000"/>
              <a:t>: Medium-High. Data from distinct sources (Dump vs. API) and formats (XML and JSON)</a:t>
            </a:r>
          </a:p>
          <a:p>
            <a:pPr lvl="0"/>
            <a:endParaRPr lang="en-US" sz="2000" b="1" i="1"/>
          </a:p>
          <a:p>
            <a:pPr lvl="0"/>
            <a:r>
              <a:rPr lang="en-US" sz="2000" b="1" i="1"/>
              <a:t>Velocity/Variability</a:t>
            </a:r>
            <a:r>
              <a:rPr lang="en-US" sz="2000"/>
              <a:t>: Low-Medium. DBLP provides monthly dumps. </a:t>
            </a:r>
            <a:r>
              <a:rPr lang="it-IT" sz="2000"/>
              <a:t>Semantic </a:t>
            </a:r>
            <a:r>
              <a:rPr lang="it-IT" sz="2000" err="1"/>
              <a:t>Scholar</a:t>
            </a:r>
            <a:r>
              <a:rPr lang="en-US" sz="2000"/>
              <a:t> has higher velocity (daily updates)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AC21024-7CF2-9B7E-BBE4-FB1747BFC1B4}"/>
              </a:ext>
            </a:extLst>
          </p:cNvPr>
          <p:cNvSpPr/>
          <p:nvPr/>
        </p:nvSpPr>
        <p:spPr>
          <a:xfrm>
            <a:off x="2014171" y="3836015"/>
            <a:ext cx="2216989" cy="33643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+6 mln </a:t>
            </a:r>
            <a:r>
              <a:rPr lang="it-IT" err="1"/>
              <a:t>publications</a:t>
            </a:r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8C7287A-DE2C-66A6-5E4C-531E344DCB7D}"/>
              </a:ext>
            </a:extLst>
          </p:cNvPr>
          <p:cNvSpPr/>
          <p:nvPr/>
        </p:nvSpPr>
        <p:spPr>
          <a:xfrm>
            <a:off x="4739351" y="3836015"/>
            <a:ext cx="2216989" cy="33643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+3 mln </a:t>
            </a:r>
            <a:r>
              <a:rPr lang="it-IT" err="1"/>
              <a:t>authors</a:t>
            </a:r>
            <a:endParaRPr lang="it-IT"/>
          </a:p>
        </p:txBody>
      </p:sp>
      <p:pic>
        <p:nvPicPr>
          <p:cNvPr id="1026" name="Picture 2" descr="dblp: computer science bibliography">
            <a:extLst>
              <a:ext uri="{FF2B5EF4-FFF2-40B4-BE49-F238E27FC236}">
                <a16:creationId xmlns:a16="http://schemas.microsoft.com/office/drawing/2014/main" id="{20B5F149-C58D-9392-F431-A38E9B3FB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16" y="203534"/>
            <a:ext cx="903712" cy="9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6BA4215-D7C2-45CB-22B1-28542E0D0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584" y="8389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67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A7364-9B4E-DC49-AA70-BE5A302D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UML Class Diagram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EA4CA80-2FD8-DFBA-9C36-7C9EBECC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741" y="1233093"/>
            <a:ext cx="8801933" cy="40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92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7EEC7-48BB-B542-9A2A-E3C09D99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Relevant Queries and Entities </a:t>
            </a:r>
            <a:br>
              <a:rPr lang="en-US"/>
            </a:br>
            <a:r>
              <a:rPr lang="en-US"/>
              <a:t>handled by Document DB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ACFDDDE-7C48-D314-60A3-49ADC540D82F}"/>
              </a:ext>
            </a:extLst>
          </p:cNvPr>
          <p:cNvSpPr txBox="1"/>
          <p:nvPr/>
        </p:nvSpPr>
        <p:spPr>
          <a:xfrm>
            <a:off x="816232" y="1536247"/>
            <a:ext cx="749481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4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/>
              <a:t>Trend Analysis (Hot Topics):</a:t>
            </a:r>
            <a:r>
              <a:rPr lang="en-US"/>
              <a:t> Calculate the number of papers published per Topic per year, segmented by source (DBLP vs Semantic Scholar). This identifies emerging research trends.</a:t>
            </a:r>
          </a:p>
          <a:p>
            <a:pPr marL="285750" indent="-284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/>
              <a:t>Prolific Author Identification:</a:t>
            </a:r>
            <a:r>
              <a:rPr lang="en-US"/>
              <a:t> Find authors who have published in more than 5 distinct keywords/topics within a single year, identifying interdisciplinary researchers.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6390E80-5F35-0D26-2CAE-49B4C6A93CD8}"/>
              </a:ext>
            </a:extLst>
          </p:cNvPr>
          <p:cNvSpPr txBox="1"/>
          <p:nvPr/>
        </p:nvSpPr>
        <p:spPr>
          <a:xfrm>
            <a:off x="816232" y="3753866"/>
            <a:ext cx="315464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err="1"/>
              <a:t>Entities</a:t>
            </a:r>
            <a:r>
              <a:rPr lang="it-IT" b="1"/>
              <a:t> </a:t>
            </a:r>
            <a:r>
              <a:rPr lang="it-IT" b="1" err="1"/>
              <a:t>stored</a:t>
            </a:r>
            <a:r>
              <a:rPr lang="it-IT" b="1"/>
              <a:t> in </a:t>
            </a:r>
            <a:r>
              <a:rPr lang="it-IT" b="1" err="1"/>
              <a:t>documentDB</a:t>
            </a:r>
            <a:r>
              <a:rPr lang="it-IT" b="1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Paper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Author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Topic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err="1"/>
              <a:t>Venue</a:t>
            </a:r>
            <a:endParaRPr lang="it-IT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err="1"/>
              <a:t>Registered</a:t>
            </a:r>
            <a:r>
              <a:rPr lang="it-IT"/>
              <a:t> User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87756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7EEC7-48BB-B542-9A2A-E3C09D99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Requirements and Entities </a:t>
            </a:r>
            <a:br>
              <a:rPr lang="en-US"/>
            </a:br>
            <a:r>
              <a:rPr lang="en-US"/>
              <a:t>handled by Graph DB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FC5B629-449B-CCE7-ABFD-1228AD6ABB12}"/>
              </a:ext>
            </a:extLst>
          </p:cNvPr>
          <p:cNvSpPr txBox="1"/>
          <p:nvPr/>
        </p:nvSpPr>
        <p:spPr>
          <a:xfrm>
            <a:off x="816232" y="1555297"/>
            <a:ext cx="7494814" cy="2385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>
                <a:ea typeface="Calibri"/>
                <a:cs typeface="Calibri"/>
              </a:rPr>
              <a:t>Influential Paper Identification (Graph-Centric):</a:t>
            </a:r>
            <a:r>
              <a:rPr lang="en-US">
                <a:ea typeface="Calibri"/>
                <a:cs typeface="Calibri"/>
              </a:rPr>
              <a:t> Run the </a:t>
            </a:r>
            <a:r>
              <a:rPr lang="en-US" b="1">
                <a:ea typeface="Calibri"/>
                <a:cs typeface="Calibri"/>
              </a:rPr>
              <a:t>PageRank</a:t>
            </a:r>
            <a:r>
              <a:rPr lang="en-US">
                <a:ea typeface="Calibri"/>
                <a:cs typeface="Calibri"/>
              </a:rPr>
              <a:t> algorithm (available in the Neo4j GDS library) on the :CITES network. This identifies the most structurally important papers in the dataset.</a:t>
            </a:r>
            <a:endParaRPr lang="en-US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>
                <a:ea typeface="Calibri"/>
                <a:cs typeface="Calibri"/>
              </a:rPr>
              <a:t>Collaboration Pathway / Erdős Number (Domain-Specific):</a:t>
            </a:r>
            <a:r>
              <a:rPr lang="en-US">
                <a:ea typeface="Calibri"/>
                <a:cs typeface="Calibri"/>
              </a:rPr>
              <a:t> Find the shortest path between two Author nodes using co-authorship (derived from the :AUTHORED relationship). This shows the degrees of separation between researchers. (Uses the </a:t>
            </a:r>
            <a:r>
              <a:rPr lang="en-US" err="1">
                <a:ea typeface="Calibri"/>
                <a:cs typeface="Calibri"/>
              </a:rPr>
              <a:t>shortestPath</a:t>
            </a:r>
            <a:r>
              <a:rPr lang="en-US">
                <a:ea typeface="Calibri"/>
                <a:cs typeface="Calibri"/>
              </a:rPr>
              <a:t> algorithm).</a:t>
            </a:r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CF9D0F2-6129-EB9A-DE28-0B0B8E317EF4}"/>
              </a:ext>
            </a:extLst>
          </p:cNvPr>
          <p:cNvSpPr txBox="1"/>
          <p:nvPr/>
        </p:nvSpPr>
        <p:spPr>
          <a:xfrm>
            <a:off x="816232" y="4262769"/>
            <a:ext cx="27285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err="1"/>
              <a:t>Entities</a:t>
            </a:r>
            <a:r>
              <a:rPr lang="it-IT" b="1"/>
              <a:t> </a:t>
            </a:r>
            <a:r>
              <a:rPr lang="it-IT" b="1" err="1"/>
              <a:t>stored</a:t>
            </a:r>
            <a:r>
              <a:rPr lang="it-IT" b="1"/>
              <a:t> in </a:t>
            </a:r>
            <a:r>
              <a:rPr lang="it-IT" b="1" err="1"/>
              <a:t>graphDB</a:t>
            </a:r>
            <a:r>
              <a:rPr lang="it-IT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Paper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Author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/>
              <a:t>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743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60DF31-E7E2-18DA-69D9-D7849BA8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Snapshots from GraphDB (i)</a:t>
            </a:r>
          </a:p>
        </p:txBody>
      </p:sp>
      <p:pic>
        <p:nvPicPr>
          <p:cNvPr id="4" name="Picture 3" descr="A diagram of a network">
            <a:extLst>
              <a:ext uri="{FF2B5EF4-FFF2-40B4-BE49-F238E27FC236}">
                <a16:creationId xmlns:a16="http://schemas.microsoft.com/office/drawing/2014/main" id="{3B24838E-4573-1828-B9EE-D0C6EF735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6" r="19901"/>
          <a:stretch>
            <a:fillRect/>
          </a:stretch>
        </p:blipFill>
        <p:spPr>
          <a:xfrm>
            <a:off x="199174" y="952435"/>
            <a:ext cx="8710239" cy="537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7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C25BA-58C2-6D32-3590-1C96524B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87A2DD-3C59-55A8-D727-BDE1E1255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Snapshots from GraphDB (ii)</a:t>
            </a:r>
          </a:p>
        </p:txBody>
      </p:sp>
      <p:pic>
        <p:nvPicPr>
          <p:cNvPr id="7" name="Picture 6" descr="A network of red circles with white text&#10;&#10;AI-generated content may be incorrect.">
            <a:extLst>
              <a:ext uri="{FF2B5EF4-FFF2-40B4-BE49-F238E27FC236}">
                <a16:creationId xmlns:a16="http://schemas.microsoft.com/office/drawing/2014/main" id="{437D4786-6721-B48C-F5FE-B987BF46E2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3" r="16040"/>
          <a:stretch>
            <a:fillRect/>
          </a:stretch>
        </p:blipFill>
        <p:spPr>
          <a:xfrm>
            <a:off x="428560" y="1009223"/>
            <a:ext cx="8286880" cy="50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41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BCBB32-6C4A-9F54-D14E-6DD45BCA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/>
              <a:t>Non </a:t>
            </a:r>
            <a:r>
              <a:rPr lang="it-IT" err="1"/>
              <a:t>functional</a:t>
            </a:r>
            <a:r>
              <a:rPr lang="it-IT"/>
              <a:t> </a:t>
            </a:r>
            <a:r>
              <a:rPr lang="it-IT" err="1"/>
              <a:t>requirements</a:t>
            </a:r>
            <a:r>
              <a:rPr lang="it-IT"/>
              <a:t> (</a:t>
            </a:r>
            <a:r>
              <a:rPr lang="it-IT" err="1"/>
              <a:t>added</a:t>
            </a:r>
            <a:r>
              <a:rPr lang="it-IT"/>
              <a:t> by </a:t>
            </a:r>
            <a:r>
              <a:rPr lang="it-IT" err="1"/>
              <a:t>us</a:t>
            </a:r>
            <a:r>
              <a:rPr lang="it-IT"/>
              <a:t> </a:t>
            </a:r>
            <a:r>
              <a:rPr lang="it-IT" err="1"/>
              <a:t>not</a:t>
            </a:r>
            <a:r>
              <a:rPr lang="it-IT"/>
              <a:t> in the template 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3381ED-1F16-5A6D-D94C-FA53DC456279}"/>
              </a:ext>
            </a:extLst>
          </p:cNvPr>
          <p:cNvSpPr txBox="1"/>
          <p:nvPr/>
        </p:nvSpPr>
        <p:spPr>
          <a:xfrm>
            <a:off x="1026544" y="1440611"/>
            <a:ext cx="6418053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i="1"/>
              <a:t>Useremo un'architettura a due database </a:t>
            </a:r>
            <a:r>
              <a:rPr lang="it-IT" i="1" err="1"/>
              <a:t>NoSQL</a:t>
            </a:r>
            <a:r>
              <a:rPr lang="it-IT" i="1"/>
              <a:t> (</a:t>
            </a:r>
            <a:r>
              <a:rPr lang="it-IT" i="1" err="1"/>
              <a:t>Polyglot</a:t>
            </a:r>
            <a:r>
              <a:rPr lang="it-IT" i="1"/>
              <a:t> </a:t>
            </a:r>
            <a:r>
              <a:rPr lang="it-IT" i="1" err="1"/>
              <a:t>Persistence</a:t>
            </a:r>
            <a:r>
              <a:rPr lang="it-IT" i="1"/>
              <a:t>):</a:t>
            </a:r>
          </a:p>
          <a:p>
            <a:endParaRPr lang="it-IT" i="1"/>
          </a:p>
          <a:p>
            <a:r>
              <a:rPr lang="it-IT" i="1"/>
              <a:t>1.  </a:t>
            </a:r>
            <a:r>
              <a:rPr lang="it-IT" b="1" i="1" err="1"/>
              <a:t>MongoDB</a:t>
            </a:r>
            <a:r>
              <a:rPr lang="it-IT" b="1" i="1"/>
              <a:t> (</a:t>
            </a:r>
            <a:r>
              <a:rPr lang="it-IT" b="1" i="1" err="1"/>
              <a:t>Document</a:t>
            </a:r>
            <a:r>
              <a:rPr lang="it-IT" b="1" i="1"/>
              <a:t> DB):</a:t>
            </a:r>
            <a:r>
              <a:rPr lang="it-IT" i="1"/>
              <a:t> Sarà il nostro "archivio di contenuti". Salveremo i dettagli di ogni singolo paper (titolo, abstract, autori, anno, parole chiave) come documenti JSON.</a:t>
            </a:r>
          </a:p>
          <a:p>
            <a:endParaRPr lang="it-IT" i="1"/>
          </a:p>
          <a:p>
            <a:r>
              <a:rPr lang="it-IT" i="1"/>
              <a:t>2.  </a:t>
            </a:r>
            <a:r>
              <a:rPr lang="it-IT" b="1" i="1"/>
              <a:t>Neo4j (</a:t>
            </a:r>
            <a:r>
              <a:rPr lang="it-IT" b="1" i="1" err="1"/>
              <a:t>Graph</a:t>
            </a:r>
            <a:r>
              <a:rPr lang="it-IT" b="1" i="1"/>
              <a:t> DB):</a:t>
            </a:r>
            <a:r>
              <a:rPr lang="it-IT" i="1"/>
              <a:t> Sarà il nostro "motore di relazioni". Mapperemo la rete di collegamenti tra le entità:</a:t>
            </a:r>
          </a:p>
          <a:p>
            <a:r>
              <a:rPr lang="it-IT" i="1"/>
              <a:t>    -   Un paper </a:t>
            </a:r>
            <a:r>
              <a:rPr lang="it-IT" b="1" i="1"/>
              <a:t>CITA</a:t>
            </a:r>
            <a:r>
              <a:rPr lang="it-IT" i="1"/>
              <a:t> un altro paper.</a:t>
            </a:r>
          </a:p>
          <a:p>
            <a:r>
              <a:rPr lang="it-IT" i="1"/>
              <a:t>    -   Un autore </a:t>
            </a:r>
            <a:r>
              <a:rPr lang="it-IT" b="1" i="1"/>
              <a:t>HA SCRITTO</a:t>
            </a:r>
            <a:r>
              <a:rPr lang="it-IT" i="1"/>
              <a:t> un paper.</a:t>
            </a:r>
          </a:p>
          <a:p>
            <a:r>
              <a:rPr lang="it-IT" i="1"/>
              <a:t>    -   Un autore </a:t>
            </a:r>
            <a:r>
              <a:rPr lang="it-IT" b="1" i="1"/>
              <a:t>HA COLLABORATO CON</a:t>
            </a:r>
            <a:r>
              <a:rPr lang="it-IT" i="1"/>
              <a:t> un altro autore.</a:t>
            </a:r>
          </a:p>
          <a:p>
            <a:endParaRPr lang="it-IT" i="1"/>
          </a:p>
          <a:p>
            <a:r>
              <a:rPr lang="en-US" b="1"/>
              <a:t>Venue Impact Analysis:</a:t>
            </a:r>
            <a:r>
              <a:rPr lang="en-US"/>
              <a:t> Calculate the average </a:t>
            </a:r>
            <a:r>
              <a:rPr lang="en-US" err="1"/>
              <a:t>citation_count</a:t>
            </a:r>
            <a:r>
              <a:rPr lang="en-US"/>
              <a:t> for papers, grouped by </a:t>
            </a:r>
            <a:r>
              <a:rPr lang="en-US" err="1"/>
              <a:t>venue_name</a:t>
            </a:r>
            <a:r>
              <a:rPr lang="en-US"/>
              <a:t> and year, to assess the impact of different publication venues.</a:t>
            </a:r>
          </a:p>
          <a:p>
            <a:endParaRPr lang="it-IT" i="1"/>
          </a:p>
          <a:p>
            <a:endParaRPr lang="it-IT" i="1"/>
          </a:p>
        </p:txBody>
      </p:sp>
    </p:spTree>
    <p:extLst>
      <p:ext uri="{BB962C8B-B14F-4D97-AF65-F5344CB8AC3E}">
        <p14:creationId xmlns:p14="http://schemas.microsoft.com/office/powerpoint/2010/main" val="5299963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2a8344-61eb-40a6-a8c2-c08ae08e811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69086EF7D52488EA43A8A8A8360F4" ma:contentTypeVersion="13" ma:contentTypeDescription="Create a new document." ma:contentTypeScope="" ma:versionID="82249a33810eacf2ce284138a54e659c">
  <xsd:schema xmlns:xsd="http://www.w3.org/2001/XMLSchema" xmlns:xs="http://www.w3.org/2001/XMLSchema" xmlns:p="http://schemas.microsoft.com/office/2006/metadata/properties" xmlns:ns3="1cccac05-8945-4243-ad93-da46993c86a2" xmlns:ns4="962a8344-61eb-40a6-a8c2-c08ae08e811e" targetNamespace="http://schemas.microsoft.com/office/2006/metadata/properties" ma:root="true" ma:fieldsID="2e0879e79962f1ddda9c85d0ade85e09" ns3:_="" ns4:_="">
    <xsd:import namespace="1cccac05-8945-4243-ad93-da46993c86a2"/>
    <xsd:import namespace="962a8344-61eb-40a6-a8c2-c08ae08e811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cac05-8945-4243-ad93-da46993c86a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a8344-61eb-40a6-a8c2-c08ae08e81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5F33E8-3291-42C0-AE1D-EDE0D18A075C}">
  <ds:schemaRefs>
    <ds:schemaRef ds:uri="1cccac05-8945-4243-ad93-da46993c86a2"/>
    <ds:schemaRef ds:uri="962a8344-61eb-40a6-a8c2-c08ae08e81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6F84282-035F-4F01-91A2-AFF84747260C}">
  <ds:schemaRefs>
    <ds:schemaRef ds:uri="1cccac05-8945-4243-ad93-da46993c86a2"/>
    <ds:schemaRef ds:uri="962a8344-61eb-40a6-a8c2-c08ae08e81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10FA59E-3F9F-4077-AF6A-06BC22D95B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12</Slides>
  <Notes>3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Tema di Office</vt:lpstr>
      <vt:lpstr>Large-Scale and Multi-Structured Databases Project Design Nexus Scholar</vt:lpstr>
      <vt:lpstr>Application Highlights</vt:lpstr>
      <vt:lpstr>Actors</vt:lpstr>
      <vt:lpstr>Main mock-ups (i)</vt:lpstr>
      <vt:lpstr>Main mock-ups (ii)</vt:lpstr>
      <vt:lpstr>Dataset Description</vt:lpstr>
      <vt:lpstr>Preliminary UML Class Diagram</vt:lpstr>
      <vt:lpstr>Relevant Queries and Entities  handled by Document DB</vt:lpstr>
      <vt:lpstr>Requirements and Entities  handled by Graph DB</vt:lpstr>
      <vt:lpstr>Snapshots from GraphDB (i)</vt:lpstr>
      <vt:lpstr>Snapshots from GraphDB (ii)</vt:lpstr>
      <vt:lpstr>Non functional requirements (added by us not in the template )</vt:lpstr>
    </vt:vector>
  </TitlesOfParts>
  <Company>Università di Pisa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Scale and Non-Structured Databases The Database Revolutions</dc:title>
  <dc:creator>Francesco  Marcelloni</dc:creator>
  <cp:revision>1</cp:revision>
  <dcterms:created xsi:type="dcterms:W3CDTF">2019-07-02T09:26:30Z</dcterms:created>
  <dcterms:modified xsi:type="dcterms:W3CDTF">2025-12-13T10:20:01Z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0x0101002DB69086EF7D52488EA43A8A8A8360F4</vt:lpwstr>
  </property>
</Properties>
</file>